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4FDFB-1684-48B2-A839-38AA5EAB8D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007FFB4-E2AB-491A-80E0-950B671CD7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Stakeholder:</a:t>
          </a:r>
        </a:p>
      </dgm:t>
    </dgm:pt>
    <dgm:pt modelId="{DD89A708-CFCC-454C-9D77-84B0F9E75C91}" type="parTrans" cxnId="{E2A762AD-6C5A-472F-9E23-462D22DBE6E2}">
      <dgm:prSet/>
      <dgm:spPr/>
      <dgm:t>
        <a:bodyPr/>
        <a:lstStyle/>
        <a:p>
          <a:endParaRPr lang="en-US"/>
        </a:p>
      </dgm:t>
    </dgm:pt>
    <dgm:pt modelId="{39EBD304-AC05-4297-B96C-0B23CCC38637}" type="sibTrans" cxnId="{E2A762AD-6C5A-472F-9E23-462D22DBE6E2}">
      <dgm:prSet/>
      <dgm:spPr/>
      <dgm:t>
        <a:bodyPr/>
        <a:lstStyle/>
        <a:p>
          <a:endParaRPr lang="en-US"/>
        </a:p>
      </dgm:t>
    </dgm:pt>
    <dgm:pt modelId="{7AAA6619-05F4-4383-A059-573211491F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Marketing Team &amp; Management</a:t>
          </a:r>
        </a:p>
      </dgm:t>
    </dgm:pt>
    <dgm:pt modelId="{815F8E84-48B5-4599-A3A1-2A6507B7A011}" type="parTrans" cxnId="{E72E07B6-08EF-413B-9304-5BFD8BBC19E9}">
      <dgm:prSet/>
      <dgm:spPr/>
      <dgm:t>
        <a:bodyPr/>
        <a:lstStyle/>
        <a:p>
          <a:endParaRPr lang="en-US"/>
        </a:p>
      </dgm:t>
    </dgm:pt>
    <dgm:pt modelId="{4BD84242-5442-4F86-87B2-F43CF6EF05C1}" type="sibTrans" cxnId="{E72E07B6-08EF-413B-9304-5BFD8BBC19E9}">
      <dgm:prSet/>
      <dgm:spPr/>
      <dgm:t>
        <a:bodyPr/>
        <a:lstStyle/>
        <a:p>
          <a:endParaRPr lang="en-US"/>
        </a:p>
      </dgm:t>
    </dgm:pt>
    <dgm:pt modelId="{1CEB1815-010D-4535-B069-90242CDDEE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Objective:</a:t>
          </a:r>
        </a:p>
      </dgm:t>
    </dgm:pt>
    <dgm:pt modelId="{814085C1-622C-4FC5-A442-7E3F042E1ADA}" type="parTrans" cxnId="{5170EBD8-5ABC-4D4C-8970-3F58007E63AF}">
      <dgm:prSet/>
      <dgm:spPr/>
      <dgm:t>
        <a:bodyPr/>
        <a:lstStyle/>
        <a:p>
          <a:endParaRPr lang="en-US"/>
        </a:p>
      </dgm:t>
    </dgm:pt>
    <dgm:pt modelId="{FAF46A80-1D38-49A4-BEAE-1AE5DB54D913}" type="sibTrans" cxnId="{5170EBD8-5ABC-4D4C-8970-3F58007E63AF}">
      <dgm:prSet/>
      <dgm:spPr/>
      <dgm:t>
        <a:bodyPr/>
        <a:lstStyle/>
        <a:p>
          <a:endParaRPr lang="en-US"/>
        </a:p>
      </dgm:t>
    </dgm:pt>
    <dgm:pt modelId="{8FF04427-2BB2-4FF4-AD68-46FB6F88B0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Build ML model to predict subscription probability</a:t>
          </a:r>
        </a:p>
      </dgm:t>
    </dgm:pt>
    <dgm:pt modelId="{4F26858F-E3A7-441E-8808-AA98017C5FED}" type="parTrans" cxnId="{F83C40EE-1DD3-421C-A902-B57A66DACD32}">
      <dgm:prSet/>
      <dgm:spPr/>
      <dgm:t>
        <a:bodyPr/>
        <a:lstStyle/>
        <a:p>
          <a:endParaRPr lang="en-US"/>
        </a:p>
      </dgm:t>
    </dgm:pt>
    <dgm:pt modelId="{A0468F05-B222-44FC-B1A6-07F6EDCBE308}" type="sibTrans" cxnId="{F83C40EE-1DD3-421C-A902-B57A66DACD32}">
      <dgm:prSet/>
      <dgm:spPr/>
      <dgm:t>
        <a:bodyPr/>
        <a:lstStyle/>
        <a:p>
          <a:endParaRPr lang="en-US"/>
        </a:p>
      </dgm:t>
    </dgm:pt>
    <dgm:pt modelId="{4851FAB7-9D3D-4B6B-8B1B-6C6D230305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Improve targeting accuracy</a:t>
          </a:r>
        </a:p>
      </dgm:t>
    </dgm:pt>
    <dgm:pt modelId="{668C92A0-0200-4143-ADB0-F4F79BFE7631}" type="parTrans" cxnId="{332B02BB-63D4-4686-B82A-5B0389FCC52B}">
      <dgm:prSet/>
      <dgm:spPr/>
      <dgm:t>
        <a:bodyPr/>
        <a:lstStyle/>
        <a:p>
          <a:endParaRPr lang="en-US"/>
        </a:p>
      </dgm:t>
    </dgm:pt>
    <dgm:pt modelId="{393E8589-742D-431B-87D7-6C3F23D2FCD6}" type="sibTrans" cxnId="{332B02BB-63D4-4686-B82A-5B0389FCC52B}">
      <dgm:prSet/>
      <dgm:spPr/>
      <dgm:t>
        <a:bodyPr/>
        <a:lstStyle/>
        <a:p>
          <a:endParaRPr lang="en-US"/>
        </a:p>
      </dgm:t>
    </dgm:pt>
    <dgm:pt modelId="{2BC6BF27-5AC4-4766-8075-D5D4601E1B0A}" type="pres">
      <dgm:prSet presAssocID="{E544FDFB-1684-48B2-A839-38AA5EAB8D21}" presName="root" presStyleCnt="0">
        <dgm:presLayoutVars>
          <dgm:dir/>
          <dgm:resizeHandles val="exact"/>
        </dgm:presLayoutVars>
      </dgm:prSet>
      <dgm:spPr/>
    </dgm:pt>
    <dgm:pt modelId="{31697237-15C5-4B1B-8997-ACDE8341D1D9}" type="pres">
      <dgm:prSet presAssocID="{3007FFB4-E2AB-491A-80E0-950B671CD7B0}" presName="compNode" presStyleCnt="0"/>
      <dgm:spPr/>
    </dgm:pt>
    <dgm:pt modelId="{A9FF999B-0AF8-4789-8833-DEA07D37C71B}" type="pres">
      <dgm:prSet presAssocID="{3007FFB4-E2AB-491A-80E0-950B671CD7B0}" presName="bgRect" presStyleLbl="bgShp" presStyleIdx="0" presStyleCnt="5"/>
      <dgm:spPr/>
    </dgm:pt>
    <dgm:pt modelId="{6288F2B6-9C1B-4825-B58F-22CA019F22B3}" type="pres">
      <dgm:prSet presAssocID="{3007FFB4-E2AB-491A-80E0-950B671CD7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359D16F-9730-4FF2-AC67-CD478646948E}" type="pres">
      <dgm:prSet presAssocID="{3007FFB4-E2AB-491A-80E0-950B671CD7B0}" presName="spaceRect" presStyleCnt="0"/>
      <dgm:spPr/>
    </dgm:pt>
    <dgm:pt modelId="{005CADBB-3284-427E-9240-EBC1D029EA85}" type="pres">
      <dgm:prSet presAssocID="{3007FFB4-E2AB-491A-80E0-950B671CD7B0}" presName="parTx" presStyleLbl="revTx" presStyleIdx="0" presStyleCnt="5">
        <dgm:presLayoutVars>
          <dgm:chMax val="0"/>
          <dgm:chPref val="0"/>
        </dgm:presLayoutVars>
      </dgm:prSet>
      <dgm:spPr/>
    </dgm:pt>
    <dgm:pt modelId="{C3C582FF-C67B-4E9C-BF7E-A1BD6B4F3017}" type="pres">
      <dgm:prSet presAssocID="{39EBD304-AC05-4297-B96C-0B23CCC38637}" presName="sibTrans" presStyleCnt="0"/>
      <dgm:spPr/>
    </dgm:pt>
    <dgm:pt modelId="{6EE00504-B9B1-439D-BCCE-833204B5C975}" type="pres">
      <dgm:prSet presAssocID="{7AAA6619-05F4-4383-A059-573211491F9C}" presName="compNode" presStyleCnt="0"/>
      <dgm:spPr/>
    </dgm:pt>
    <dgm:pt modelId="{7A717B37-F123-42F4-B503-C61B1A28DDBF}" type="pres">
      <dgm:prSet presAssocID="{7AAA6619-05F4-4383-A059-573211491F9C}" presName="bgRect" presStyleLbl="bgShp" presStyleIdx="1" presStyleCnt="5"/>
      <dgm:spPr/>
    </dgm:pt>
    <dgm:pt modelId="{6ACD1D30-41FA-4200-8E58-F677F99841D3}" type="pres">
      <dgm:prSet presAssocID="{7AAA6619-05F4-4383-A059-573211491F9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1FCEC4AE-8617-472E-A50A-303B629A0E0E}" type="pres">
      <dgm:prSet presAssocID="{7AAA6619-05F4-4383-A059-573211491F9C}" presName="spaceRect" presStyleCnt="0"/>
      <dgm:spPr/>
    </dgm:pt>
    <dgm:pt modelId="{50A092BC-DBA3-4176-ADB5-33ECBF25C622}" type="pres">
      <dgm:prSet presAssocID="{7AAA6619-05F4-4383-A059-573211491F9C}" presName="parTx" presStyleLbl="revTx" presStyleIdx="1" presStyleCnt="5">
        <dgm:presLayoutVars>
          <dgm:chMax val="0"/>
          <dgm:chPref val="0"/>
        </dgm:presLayoutVars>
      </dgm:prSet>
      <dgm:spPr/>
    </dgm:pt>
    <dgm:pt modelId="{B2812273-CFCB-4809-B565-377FC9F0C09A}" type="pres">
      <dgm:prSet presAssocID="{4BD84242-5442-4F86-87B2-F43CF6EF05C1}" presName="sibTrans" presStyleCnt="0"/>
      <dgm:spPr/>
    </dgm:pt>
    <dgm:pt modelId="{0B0BA18D-B06A-4DF4-9301-6E7105F9840A}" type="pres">
      <dgm:prSet presAssocID="{1CEB1815-010D-4535-B069-90242CDDEE71}" presName="compNode" presStyleCnt="0"/>
      <dgm:spPr/>
    </dgm:pt>
    <dgm:pt modelId="{EB10F197-15A9-47E3-A692-D224CAC2EF86}" type="pres">
      <dgm:prSet presAssocID="{1CEB1815-010D-4535-B069-90242CDDEE71}" presName="bgRect" presStyleLbl="bgShp" presStyleIdx="2" presStyleCnt="5"/>
      <dgm:spPr/>
    </dgm:pt>
    <dgm:pt modelId="{BCA93CCF-C8D0-4F78-A8A5-82D97B720F38}" type="pres">
      <dgm:prSet presAssocID="{1CEB1815-010D-4535-B069-90242CDDEE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3A957A0-57F2-4185-A344-AD3DE32BEE78}" type="pres">
      <dgm:prSet presAssocID="{1CEB1815-010D-4535-B069-90242CDDEE71}" presName="spaceRect" presStyleCnt="0"/>
      <dgm:spPr/>
    </dgm:pt>
    <dgm:pt modelId="{FD6A42B4-856B-444E-A9B6-C7336E2885EB}" type="pres">
      <dgm:prSet presAssocID="{1CEB1815-010D-4535-B069-90242CDDEE71}" presName="parTx" presStyleLbl="revTx" presStyleIdx="2" presStyleCnt="5">
        <dgm:presLayoutVars>
          <dgm:chMax val="0"/>
          <dgm:chPref val="0"/>
        </dgm:presLayoutVars>
      </dgm:prSet>
      <dgm:spPr/>
    </dgm:pt>
    <dgm:pt modelId="{E3249799-CA0E-49DA-A1B2-EBA5DEE1DD5D}" type="pres">
      <dgm:prSet presAssocID="{FAF46A80-1D38-49A4-BEAE-1AE5DB54D913}" presName="sibTrans" presStyleCnt="0"/>
      <dgm:spPr/>
    </dgm:pt>
    <dgm:pt modelId="{9C9DA0E6-4A68-4832-81A0-C6D150F89208}" type="pres">
      <dgm:prSet presAssocID="{8FF04427-2BB2-4FF4-AD68-46FB6F88B0B8}" presName="compNode" presStyleCnt="0"/>
      <dgm:spPr/>
    </dgm:pt>
    <dgm:pt modelId="{64404FAE-E36D-4674-951C-2E1FA888C66D}" type="pres">
      <dgm:prSet presAssocID="{8FF04427-2BB2-4FF4-AD68-46FB6F88B0B8}" presName="bgRect" presStyleLbl="bgShp" presStyleIdx="3" presStyleCnt="5"/>
      <dgm:spPr/>
    </dgm:pt>
    <dgm:pt modelId="{B1834657-DFBA-45D0-9201-E36CC0AC1689}" type="pres">
      <dgm:prSet presAssocID="{8FF04427-2BB2-4FF4-AD68-46FB6F88B0B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E93F90-8273-4A39-A9F7-0F2D82465EDF}" type="pres">
      <dgm:prSet presAssocID="{8FF04427-2BB2-4FF4-AD68-46FB6F88B0B8}" presName="spaceRect" presStyleCnt="0"/>
      <dgm:spPr/>
    </dgm:pt>
    <dgm:pt modelId="{700AA5AD-DAD3-4ABA-B033-2A024FA4C7BD}" type="pres">
      <dgm:prSet presAssocID="{8FF04427-2BB2-4FF4-AD68-46FB6F88B0B8}" presName="parTx" presStyleLbl="revTx" presStyleIdx="3" presStyleCnt="5">
        <dgm:presLayoutVars>
          <dgm:chMax val="0"/>
          <dgm:chPref val="0"/>
        </dgm:presLayoutVars>
      </dgm:prSet>
      <dgm:spPr/>
    </dgm:pt>
    <dgm:pt modelId="{9AC8ED2E-FC20-405E-9ED5-1C5001FD2A57}" type="pres">
      <dgm:prSet presAssocID="{A0468F05-B222-44FC-B1A6-07F6EDCBE308}" presName="sibTrans" presStyleCnt="0"/>
      <dgm:spPr/>
    </dgm:pt>
    <dgm:pt modelId="{575EF2E2-DCE2-4C07-85C5-A24E4E191C43}" type="pres">
      <dgm:prSet presAssocID="{4851FAB7-9D3D-4B6B-8B1B-6C6D230305AC}" presName="compNode" presStyleCnt="0"/>
      <dgm:spPr/>
    </dgm:pt>
    <dgm:pt modelId="{249029DC-778D-474A-9A90-FEFDC8FBEE8F}" type="pres">
      <dgm:prSet presAssocID="{4851FAB7-9D3D-4B6B-8B1B-6C6D230305AC}" presName="bgRect" presStyleLbl="bgShp" presStyleIdx="4" presStyleCnt="5"/>
      <dgm:spPr/>
    </dgm:pt>
    <dgm:pt modelId="{B1E9E4DF-7B8E-4E6D-85DD-2087D693BC1B}" type="pres">
      <dgm:prSet presAssocID="{4851FAB7-9D3D-4B6B-8B1B-6C6D230305A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918BD13-C1F3-4AE7-81E5-44F28B7AA2F4}" type="pres">
      <dgm:prSet presAssocID="{4851FAB7-9D3D-4B6B-8B1B-6C6D230305AC}" presName="spaceRect" presStyleCnt="0"/>
      <dgm:spPr/>
    </dgm:pt>
    <dgm:pt modelId="{2524FCAC-2D32-4D4F-9AF6-77EE7030A7F2}" type="pres">
      <dgm:prSet presAssocID="{4851FAB7-9D3D-4B6B-8B1B-6C6D230305A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2281F25-4042-4848-B609-323249C07ECC}" type="presOf" srcId="{4851FAB7-9D3D-4B6B-8B1B-6C6D230305AC}" destId="{2524FCAC-2D32-4D4F-9AF6-77EE7030A7F2}" srcOrd="0" destOrd="0" presId="urn:microsoft.com/office/officeart/2018/2/layout/IconVerticalSolidList"/>
    <dgm:cxn modelId="{62DA235D-28DD-48FF-9839-9A7134803036}" type="presOf" srcId="{8FF04427-2BB2-4FF4-AD68-46FB6F88B0B8}" destId="{700AA5AD-DAD3-4ABA-B033-2A024FA4C7BD}" srcOrd="0" destOrd="0" presId="urn:microsoft.com/office/officeart/2018/2/layout/IconVerticalSolidList"/>
    <dgm:cxn modelId="{9D79EF73-A0C9-4C90-BBDE-F715BBAD78F9}" type="presOf" srcId="{E544FDFB-1684-48B2-A839-38AA5EAB8D21}" destId="{2BC6BF27-5AC4-4766-8075-D5D4601E1B0A}" srcOrd="0" destOrd="0" presId="urn:microsoft.com/office/officeart/2018/2/layout/IconVerticalSolidList"/>
    <dgm:cxn modelId="{E2A762AD-6C5A-472F-9E23-462D22DBE6E2}" srcId="{E544FDFB-1684-48B2-A839-38AA5EAB8D21}" destId="{3007FFB4-E2AB-491A-80E0-950B671CD7B0}" srcOrd="0" destOrd="0" parTransId="{DD89A708-CFCC-454C-9D77-84B0F9E75C91}" sibTransId="{39EBD304-AC05-4297-B96C-0B23CCC38637}"/>
    <dgm:cxn modelId="{179BF4B0-721F-4EFD-98C5-1D6585FC31B0}" type="presOf" srcId="{1CEB1815-010D-4535-B069-90242CDDEE71}" destId="{FD6A42B4-856B-444E-A9B6-C7336E2885EB}" srcOrd="0" destOrd="0" presId="urn:microsoft.com/office/officeart/2018/2/layout/IconVerticalSolidList"/>
    <dgm:cxn modelId="{E72E07B6-08EF-413B-9304-5BFD8BBC19E9}" srcId="{E544FDFB-1684-48B2-A839-38AA5EAB8D21}" destId="{7AAA6619-05F4-4383-A059-573211491F9C}" srcOrd="1" destOrd="0" parTransId="{815F8E84-48B5-4599-A3A1-2A6507B7A011}" sibTransId="{4BD84242-5442-4F86-87B2-F43CF6EF05C1}"/>
    <dgm:cxn modelId="{332B02BB-63D4-4686-B82A-5B0389FCC52B}" srcId="{E544FDFB-1684-48B2-A839-38AA5EAB8D21}" destId="{4851FAB7-9D3D-4B6B-8B1B-6C6D230305AC}" srcOrd="4" destOrd="0" parTransId="{668C92A0-0200-4143-ADB0-F4F79BFE7631}" sibTransId="{393E8589-742D-431B-87D7-6C3F23D2FCD6}"/>
    <dgm:cxn modelId="{5170EBD8-5ABC-4D4C-8970-3F58007E63AF}" srcId="{E544FDFB-1684-48B2-A839-38AA5EAB8D21}" destId="{1CEB1815-010D-4535-B069-90242CDDEE71}" srcOrd="2" destOrd="0" parTransId="{814085C1-622C-4FC5-A442-7E3F042E1ADA}" sibTransId="{FAF46A80-1D38-49A4-BEAE-1AE5DB54D913}"/>
    <dgm:cxn modelId="{460DE9DD-68EF-41F5-8FB2-83A2BF1530F8}" type="presOf" srcId="{7AAA6619-05F4-4383-A059-573211491F9C}" destId="{50A092BC-DBA3-4176-ADB5-33ECBF25C622}" srcOrd="0" destOrd="0" presId="urn:microsoft.com/office/officeart/2018/2/layout/IconVerticalSolidList"/>
    <dgm:cxn modelId="{322763E6-F63A-4E74-8659-40771BCBF367}" type="presOf" srcId="{3007FFB4-E2AB-491A-80E0-950B671CD7B0}" destId="{005CADBB-3284-427E-9240-EBC1D029EA85}" srcOrd="0" destOrd="0" presId="urn:microsoft.com/office/officeart/2018/2/layout/IconVerticalSolidList"/>
    <dgm:cxn modelId="{F83C40EE-1DD3-421C-A902-B57A66DACD32}" srcId="{E544FDFB-1684-48B2-A839-38AA5EAB8D21}" destId="{8FF04427-2BB2-4FF4-AD68-46FB6F88B0B8}" srcOrd="3" destOrd="0" parTransId="{4F26858F-E3A7-441E-8808-AA98017C5FED}" sibTransId="{A0468F05-B222-44FC-B1A6-07F6EDCBE308}"/>
    <dgm:cxn modelId="{7073A24C-C742-4D90-8A57-3786963A20B2}" type="presParOf" srcId="{2BC6BF27-5AC4-4766-8075-D5D4601E1B0A}" destId="{31697237-15C5-4B1B-8997-ACDE8341D1D9}" srcOrd="0" destOrd="0" presId="urn:microsoft.com/office/officeart/2018/2/layout/IconVerticalSolidList"/>
    <dgm:cxn modelId="{6F7FD313-6ECF-4999-8C58-81B0F1524592}" type="presParOf" srcId="{31697237-15C5-4B1B-8997-ACDE8341D1D9}" destId="{A9FF999B-0AF8-4789-8833-DEA07D37C71B}" srcOrd="0" destOrd="0" presId="urn:microsoft.com/office/officeart/2018/2/layout/IconVerticalSolidList"/>
    <dgm:cxn modelId="{7C3A36A2-21F3-4C45-825D-A972BD0C19CA}" type="presParOf" srcId="{31697237-15C5-4B1B-8997-ACDE8341D1D9}" destId="{6288F2B6-9C1B-4825-B58F-22CA019F22B3}" srcOrd="1" destOrd="0" presId="urn:microsoft.com/office/officeart/2018/2/layout/IconVerticalSolidList"/>
    <dgm:cxn modelId="{EE5ECD3F-F674-41E0-8ED3-0A619A9E07B3}" type="presParOf" srcId="{31697237-15C5-4B1B-8997-ACDE8341D1D9}" destId="{F359D16F-9730-4FF2-AC67-CD478646948E}" srcOrd="2" destOrd="0" presId="urn:microsoft.com/office/officeart/2018/2/layout/IconVerticalSolidList"/>
    <dgm:cxn modelId="{5F28939A-3570-4EBD-8904-60A1C5FB6B45}" type="presParOf" srcId="{31697237-15C5-4B1B-8997-ACDE8341D1D9}" destId="{005CADBB-3284-427E-9240-EBC1D029EA85}" srcOrd="3" destOrd="0" presId="urn:microsoft.com/office/officeart/2018/2/layout/IconVerticalSolidList"/>
    <dgm:cxn modelId="{34518273-E5E7-4F67-9809-727D635A6B2C}" type="presParOf" srcId="{2BC6BF27-5AC4-4766-8075-D5D4601E1B0A}" destId="{C3C582FF-C67B-4E9C-BF7E-A1BD6B4F3017}" srcOrd="1" destOrd="0" presId="urn:microsoft.com/office/officeart/2018/2/layout/IconVerticalSolidList"/>
    <dgm:cxn modelId="{098517A0-63E6-472A-9A0C-94734494363D}" type="presParOf" srcId="{2BC6BF27-5AC4-4766-8075-D5D4601E1B0A}" destId="{6EE00504-B9B1-439D-BCCE-833204B5C975}" srcOrd="2" destOrd="0" presId="urn:microsoft.com/office/officeart/2018/2/layout/IconVerticalSolidList"/>
    <dgm:cxn modelId="{142E512A-BCAE-4AC5-948E-C50E934F9E2B}" type="presParOf" srcId="{6EE00504-B9B1-439D-BCCE-833204B5C975}" destId="{7A717B37-F123-42F4-B503-C61B1A28DDBF}" srcOrd="0" destOrd="0" presId="urn:microsoft.com/office/officeart/2018/2/layout/IconVerticalSolidList"/>
    <dgm:cxn modelId="{C1C4F453-ED4F-4A49-AB03-9F4ECD346900}" type="presParOf" srcId="{6EE00504-B9B1-439D-BCCE-833204B5C975}" destId="{6ACD1D30-41FA-4200-8E58-F677F99841D3}" srcOrd="1" destOrd="0" presId="urn:microsoft.com/office/officeart/2018/2/layout/IconVerticalSolidList"/>
    <dgm:cxn modelId="{40D58A23-18FC-49B2-BED3-80E31BE3D505}" type="presParOf" srcId="{6EE00504-B9B1-439D-BCCE-833204B5C975}" destId="{1FCEC4AE-8617-472E-A50A-303B629A0E0E}" srcOrd="2" destOrd="0" presId="urn:microsoft.com/office/officeart/2018/2/layout/IconVerticalSolidList"/>
    <dgm:cxn modelId="{39A69FF3-6F7F-49F8-8A04-95E68E60D135}" type="presParOf" srcId="{6EE00504-B9B1-439D-BCCE-833204B5C975}" destId="{50A092BC-DBA3-4176-ADB5-33ECBF25C622}" srcOrd="3" destOrd="0" presId="urn:microsoft.com/office/officeart/2018/2/layout/IconVerticalSolidList"/>
    <dgm:cxn modelId="{B5E5CA83-FF88-4CB3-BEDA-FE974EEE3CB8}" type="presParOf" srcId="{2BC6BF27-5AC4-4766-8075-D5D4601E1B0A}" destId="{B2812273-CFCB-4809-B565-377FC9F0C09A}" srcOrd="3" destOrd="0" presId="urn:microsoft.com/office/officeart/2018/2/layout/IconVerticalSolidList"/>
    <dgm:cxn modelId="{7518CCCA-7ADE-4855-990F-AC5C8C6B1954}" type="presParOf" srcId="{2BC6BF27-5AC4-4766-8075-D5D4601E1B0A}" destId="{0B0BA18D-B06A-4DF4-9301-6E7105F9840A}" srcOrd="4" destOrd="0" presId="urn:microsoft.com/office/officeart/2018/2/layout/IconVerticalSolidList"/>
    <dgm:cxn modelId="{5A8553FF-221D-49AD-986C-B844B6F915A2}" type="presParOf" srcId="{0B0BA18D-B06A-4DF4-9301-6E7105F9840A}" destId="{EB10F197-15A9-47E3-A692-D224CAC2EF86}" srcOrd="0" destOrd="0" presId="urn:microsoft.com/office/officeart/2018/2/layout/IconVerticalSolidList"/>
    <dgm:cxn modelId="{076B2FF8-2443-4213-B5E8-13637D8E2B56}" type="presParOf" srcId="{0B0BA18D-B06A-4DF4-9301-6E7105F9840A}" destId="{BCA93CCF-C8D0-4F78-A8A5-82D97B720F38}" srcOrd="1" destOrd="0" presId="urn:microsoft.com/office/officeart/2018/2/layout/IconVerticalSolidList"/>
    <dgm:cxn modelId="{BE22A53C-FB9E-41BD-9314-64E957FB3990}" type="presParOf" srcId="{0B0BA18D-B06A-4DF4-9301-6E7105F9840A}" destId="{53A957A0-57F2-4185-A344-AD3DE32BEE78}" srcOrd="2" destOrd="0" presId="urn:microsoft.com/office/officeart/2018/2/layout/IconVerticalSolidList"/>
    <dgm:cxn modelId="{CC1195E6-9A12-4A96-A7ED-E552382E097C}" type="presParOf" srcId="{0B0BA18D-B06A-4DF4-9301-6E7105F9840A}" destId="{FD6A42B4-856B-444E-A9B6-C7336E2885EB}" srcOrd="3" destOrd="0" presId="urn:microsoft.com/office/officeart/2018/2/layout/IconVerticalSolidList"/>
    <dgm:cxn modelId="{7C3BA3F4-9218-48A4-8E98-ECE3AD354EBD}" type="presParOf" srcId="{2BC6BF27-5AC4-4766-8075-D5D4601E1B0A}" destId="{E3249799-CA0E-49DA-A1B2-EBA5DEE1DD5D}" srcOrd="5" destOrd="0" presId="urn:microsoft.com/office/officeart/2018/2/layout/IconVerticalSolidList"/>
    <dgm:cxn modelId="{A8C2CD84-2ADD-4526-A62B-F54824FECC65}" type="presParOf" srcId="{2BC6BF27-5AC4-4766-8075-D5D4601E1B0A}" destId="{9C9DA0E6-4A68-4832-81A0-C6D150F89208}" srcOrd="6" destOrd="0" presId="urn:microsoft.com/office/officeart/2018/2/layout/IconVerticalSolidList"/>
    <dgm:cxn modelId="{AD5FCA11-2840-476B-B8CD-068DFF864561}" type="presParOf" srcId="{9C9DA0E6-4A68-4832-81A0-C6D150F89208}" destId="{64404FAE-E36D-4674-951C-2E1FA888C66D}" srcOrd="0" destOrd="0" presId="urn:microsoft.com/office/officeart/2018/2/layout/IconVerticalSolidList"/>
    <dgm:cxn modelId="{4459347C-6DC1-488E-A19A-3976A0B13C4B}" type="presParOf" srcId="{9C9DA0E6-4A68-4832-81A0-C6D150F89208}" destId="{B1834657-DFBA-45D0-9201-E36CC0AC1689}" srcOrd="1" destOrd="0" presId="urn:microsoft.com/office/officeart/2018/2/layout/IconVerticalSolidList"/>
    <dgm:cxn modelId="{AEE1BEB0-36B8-4672-9C52-B5B45A492DD3}" type="presParOf" srcId="{9C9DA0E6-4A68-4832-81A0-C6D150F89208}" destId="{17E93F90-8273-4A39-A9F7-0F2D82465EDF}" srcOrd="2" destOrd="0" presId="urn:microsoft.com/office/officeart/2018/2/layout/IconVerticalSolidList"/>
    <dgm:cxn modelId="{3AE67150-29FF-4B33-B64F-B34EE0D1DAAF}" type="presParOf" srcId="{9C9DA0E6-4A68-4832-81A0-C6D150F89208}" destId="{700AA5AD-DAD3-4ABA-B033-2A024FA4C7BD}" srcOrd="3" destOrd="0" presId="urn:microsoft.com/office/officeart/2018/2/layout/IconVerticalSolidList"/>
    <dgm:cxn modelId="{6F1A99EE-3F9F-4642-9BFA-CA8098F065F4}" type="presParOf" srcId="{2BC6BF27-5AC4-4766-8075-D5D4601E1B0A}" destId="{9AC8ED2E-FC20-405E-9ED5-1C5001FD2A57}" srcOrd="7" destOrd="0" presId="urn:microsoft.com/office/officeart/2018/2/layout/IconVerticalSolidList"/>
    <dgm:cxn modelId="{DFAADA4A-3C73-4F0F-85F0-7E5E5755A8BC}" type="presParOf" srcId="{2BC6BF27-5AC4-4766-8075-D5D4601E1B0A}" destId="{575EF2E2-DCE2-4C07-85C5-A24E4E191C43}" srcOrd="8" destOrd="0" presId="urn:microsoft.com/office/officeart/2018/2/layout/IconVerticalSolidList"/>
    <dgm:cxn modelId="{59385375-B0AE-40B2-96C3-FAAB17697E3A}" type="presParOf" srcId="{575EF2E2-DCE2-4C07-85C5-A24E4E191C43}" destId="{249029DC-778D-474A-9A90-FEFDC8FBEE8F}" srcOrd="0" destOrd="0" presId="urn:microsoft.com/office/officeart/2018/2/layout/IconVerticalSolidList"/>
    <dgm:cxn modelId="{8AFBABED-80F0-40AE-8F0D-91FA9F495217}" type="presParOf" srcId="{575EF2E2-DCE2-4C07-85C5-A24E4E191C43}" destId="{B1E9E4DF-7B8E-4E6D-85DD-2087D693BC1B}" srcOrd="1" destOrd="0" presId="urn:microsoft.com/office/officeart/2018/2/layout/IconVerticalSolidList"/>
    <dgm:cxn modelId="{F70E8262-57DA-42A8-A8E0-9B1548BF63B8}" type="presParOf" srcId="{575EF2E2-DCE2-4C07-85C5-A24E4E191C43}" destId="{C918BD13-C1F3-4AE7-81E5-44F28B7AA2F4}" srcOrd="2" destOrd="0" presId="urn:microsoft.com/office/officeart/2018/2/layout/IconVerticalSolidList"/>
    <dgm:cxn modelId="{8564AF39-02B4-4C77-BB0D-BA28CEC21F9F}" type="presParOf" srcId="{575EF2E2-DCE2-4C07-85C5-A24E4E191C43}" destId="{2524FCAC-2D32-4D4F-9AF6-77EE7030A7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6A1654-D6DB-4CA7-AD0D-12A35B7840B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68B7B52-D246-4FD2-A87A-6DEED11CC06A}">
      <dgm:prSet/>
      <dgm:spPr/>
      <dgm:t>
        <a:bodyPr/>
        <a:lstStyle/>
        <a:p>
          <a:pPr>
            <a:defRPr cap="all"/>
          </a:pPr>
          <a:r>
            <a:rPr lang="en-US"/>
            <a:t>Dataset: Bank Marketing Campaign</a:t>
          </a:r>
        </a:p>
      </dgm:t>
    </dgm:pt>
    <dgm:pt modelId="{37DC79F4-AFD1-4921-9868-B1BC36CC5525}" type="parTrans" cxnId="{08421A46-F55E-4068-8BE7-C7F32F83C7F0}">
      <dgm:prSet/>
      <dgm:spPr/>
      <dgm:t>
        <a:bodyPr/>
        <a:lstStyle/>
        <a:p>
          <a:endParaRPr lang="en-US"/>
        </a:p>
      </dgm:t>
    </dgm:pt>
    <dgm:pt modelId="{716FF6A1-E2D3-4197-BC59-C7681D360BD6}" type="sibTrans" cxnId="{08421A46-F55E-4068-8BE7-C7F32F83C7F0}">
      <dgm:prSet/>
      <dgm:spPr/>
      <dgm:t>
        <a:bodyPr/>
        <a:lstStyle/>
        <a:p>
          <a:endParaRPr lang="en-US"/>
        </a:p>
      </dgm:t>
    </dgm:pt>
    <dgm:pt modelId="{36BE4392-4317-497D-926C-68C01DC78123}">
      <dgm:prSet/>
      <dgm:spPr/>
      <dgm:t>
        <a:bodyPr/>
        <a:lstStyle/>
        <a:p>
          <a:pPr>
            <a:defRPr cap="all"/>
          </a:pPr>
          <a:r>
            <a:rPr lang="en-US"/>
            <a:t>Rows: 7,813 customers</a:t>
          </a:r>
        </a:p>
      </dgm:t>
    </dgm:pt>
    <dgm:pt modelId="{C6317AF4-E217-4683-B2FD-7223BC37BACB}" type="parTrans" cxnId="{ED5E11D9-844A-415E-ACEB-E9895B06EB7C}">
      <dgm:prSet/>
      <dgm:spPr/>
      <dgm:t>
        <a:bodyPr/>
        <a:lstStyle/>
        <a:p>
          <a:endParaRPr lang="en-US"/>
        </a:p>
      </dgm:t>
    </dgm:pt>
    <dgm:pt modelId="{5C569F42-772B-40A8-8A6E-61108A023EA9}" type="sibTrans" cxnId="{ED5E11D9-844A-415E-ACEB-E9895B06EB7C}">
      <dgm:prSet/>
      <dgm:spPr/>
      <dgm:t>
        <a:bodyPr/>
        <a:lstStyle/>
        <a:p>
          <a:endParaRPr lang="en-US"/>
        </a:p>
      </dgm:t>
    </dgm:pt>
    <dgm:pt modelId="{D5D90247-AC7B-4A02-A33C-61601F19CD33}">
      <dgm:prSet/>
      <dgm:spPr/>
      <dgm:t>
        <a:bodyPr/>
        <a:lstStyle/>
        <a:p>
          <a:pPr>
            <a:defRPr cap="all"/>
          </a:pPr>
          <a:r>
            <a:rPr lang="en-US"/>
            <a:t>Features: Demographics, campaign info, previous contact</a:t>
          </a:r>
        </a:p>
      </dgm:t>
    </dgm:pt>
    <dgm:pt modelId="{1A195C5E-E86B-4C51-9E91-5D8D5F31A669}" type="parTrans" cxnId="{ACFEAAD5-0734-4857-8AB2-4F4C6DAA2CB8}">
      <dgm:prSet/>
      <dgm:spPr/>
      <dgm:t>
        <a:bodyPr/>
        <a:lstStyle/>
        <a:p>
          <a:endParaRPr lang="en-US"/>
        </a:p>
      </dgm:t>
    </dgm:pt>
    <dgm:pt modelId="{F1DE9753-F0A5-4539-82EC-6777B71CBC81}" type="sibTrans" cxnId="{ACFEAAD5-0734-4857-8AB2-4F4C6DAA2CB8}">
      <dgm:prSet/>
      <dgm:spPr/>
      <dgm:t>
        <a:bodyPr/>
        <a:lstStyle/>
        <a:p>
          <a:endParaRPr lang="en-US"/>
        </a:p>
      </dgm:t>
    </dgm:pt>
    <dgm:pt modelId="{66E031BA-4109-4A7F-8233-1FF6DBBFBB1F}">
      <dgm:prSet/>
      <dgm:spPr/>
      <dgm:t>
        <a:bodyPr/>
        <a:lstStyle/>
        <a:p>
          <a:pPr>
            <a:defRPr cap="all"/>
          </a:pPr>
          <a:r>
            <a:rPr lang="en-US"/>
            <a:t>Target: Deposit Subscription (Yes/No)</a:t>
          </a:r>
        </a:p>
      </dgm:t>
    </dgm:pt>
    <dgm:pt modelId="{0EF45501-9A3A-43CC-BAAE-3EA02D71BE96}" type="parTrans" cxnId="{1A49C580-1101-43CB-BC54-6A12EE2B2258}">
      <dgm:prSet/>
      <dgm:spPr/>
      <dgm:t>
        <a:bodyPr/>
        <a:lstStyle/>
        <a:p>
          <a:endParaRPr lang="en-US"/>
        </a:p>
      </dgm:t>
    </dgm:pt>
    <dgm:pt modelId="{3A773B36-F3B7-4F42-962A-516093B8B85F}" type="sibTrans" cxnId="{1A49C580-1101-43CB-BC54-6A12EE2B2258}">
      <dgm:prSet/>
      <dgm:spPr/>
      <dgm:t>
        <a:bodyPr/>
        <a:lstStyle/>
        <a:p>
          <a:endParaRPr lang="en-US"/>
        </a:p>
      </dgm:t>
    </dgm:pt>
    <dgm:pt modelId="{0F1A2323-237D-43E4-B2C5-4773EF94FF3A}" type="pres">
      <dgm:prSet presAssocID="{AF6A1654-D6DB-4CA7-AD0D-12A35B7840BB}" presName="outerComposite" presStyleCnt="0">
        <dgm:presLayoutVars>
          <dgm:chMax val="5"/>
          <dgm:dir/>
          <dgm:resizeHandles val="exact"/>
        </dgm:presLayoutVars>
      </dgm:prSet>
      <dgm:spPr/>
    </dgm:pt>
    <dgm:pt modelId="{246ADF7E-0DF4-4EF2-AD3F-C903217A09B6}" type="pres">
      <dgm:prSet presAssocID="{AF6A1654-D6DB-4CA7-AD0D-12A35B7840BB}" presName="dummyMaxCanvas" presStyleCnt="0">
        <dgm:presLayoutVars/>
      </dgm:prSet>
      <dgm:spPr/>
    </dgm:pt>
    <dgm:pt modelId="{547D7F45-02E3-4955-9E75-EB7BB81AF315}" type="pres">
      <dgm:prSet presAssocID="{AF6A1654-D6DB-4CA7-AD0D-12A35B7840BB}" presName="FourNodes_1" presStyleLbl="node1" presStyleIdx="0" presStyleCnt="4">
        <dgm:presLayoutVars>
          <dgm:bulletEnabled val="1"/>
        </dgm:presLayoutVars>
      </dgm:prSet>
      <dgm:spPr/>
    </dgm:pt>
    <dgm:pt modelId="{7C297393-88F5-4E92-BDDA-F546F0263242}" type="pres">
      <dgm:prSet presAssocID="{AF6A1654-D6DB-4CA7-AD0D-12A35B7840BB}" presName="FourNodes_2" presStyleLbl="node1" presStyleIdx="1" presStyleCnt="4">
        <dgm:presLayoutVars>
          <dgm:bulletEnabled val="1"/>
        </dgm:presLayoutVars>
      </dgm:prSet>
      <dgm:spPr/>
    </dgm:pt>
    <dgm:pt modelId="{EEFC33FD-0BD7-46F7-A080-701A1D9A9AF3}" type="pres">
      <dgm:prSet presAssocID="{AF6A1654-D6DB-4CA7-AD0D-12A35B7840BB}" presName="FourNodes_3" presStyleLbl="node1" presStyleIdx="2" presStyleCnt="4">
        <dgm:presLayoutVars>
          <dgm:bulletEnabled val="1"/>
        </dgm:presLayoutVars>
      </dgm:prSet>
      <dgm:spPr/>
    </dgm:pt>
    <dgm:pt modelId="{3AD812CE-9539-4723-88B3-10B79F8565DC}" type="pres">
      <dgm:prSet presAssocID="{AF6A1654-D6DB-4CA7-AD0D-12A35B7840BB}" presName="FourNodes_4" presStyleLbl="node1" presStyleIdx="3" presStyleCnt="4">
        <dgm:presLayoutVars>
          <dgm:bulletEnabled val="1"/>
        </dgm:presLayoutVars>
      </dgm:prSet>
      <dgm:spPr/>
    </dgm:pt>
    <dgm:pt modelId="{BE93FA98-1687-46A5-BF13-60A3F7C2F8C1}" type="pres">
      <dgm:prSet presAssocID="{AF6A1654-D6DB-4CA7-AD0D-12A35B7840BB}" presName="FourConn_1-2" presStyleLbl="fgAccFollowNode1" presStyleIdx="0" presStyleCnt="3">
        <dgm:presLayoutVars>
          <dgm:bulletEnabled val="1"/>
        </dgm:presLayoutVars>
      </dgm:prSet>
      <dgm:spPr/>
    </dgm:pt>
    <dgm:pt modelId="{E64870D2-2FB3-44F1-B2CA-AF7DC9E83D0A}" type="pres">
      <dgm:prSet presAssocID="{AF6A1654-D6DB-4CA7-AD0D-12A35B7840BB}" presName="FourConn_2-3" presStyleLbl="fgAccFollowNode1" presStyleIdx="1" presStyleCnt="3">
        <dgm:presLayoutVars>
          <dgm:bulletEnabled val="1"/>
        </dgm:presLayoutVars>
      </dgm:prSet>
      <dgm:spPr/>
    </dgm:pt>
    <dgm:pt modelId="{B208D493-6E57-4EDC-A564-FC1DBF472E22}" type="pres">
      <dgm:prSet presAssocID="{AF6A1654-D6DB-4CA7-AD0D-12A35B7840BB}" presName="FourConn_3-4" presStyleLbl="fgAccFollowNode1" presStyleIdx="2" presStyleCnt="3">
        <dgm:presLayoutVars>
          <dgm:bulletEnabled val="1"/>
        </dgm:presLayoutVars>
      </dgm:prSet>
      <dgm:spPr/>
    </dgm:pt>
    <dgm:pt modelId="{A03D3768-47D3-4DA0-8999-C47BD5B15CCD}" type="pres">
      <dgm:prSet presAssocID="{AF6A1654-D6DB-4CA7-AD0D-12A35B7840BB}" presName="FourNodes_1_text" presStyleLbl="node1" presStyleIdx="3" presStyleCnt="4">
        <dgm:presLayoutVars>
          <dgm:bulletEnabled val="1"/>
        </dgm:presLayoutVars>
      </dgm:prSet>
      <dgm:spPr/>
    </dgm:pt>
    <dgm:pt modelId="{7A507D0A-00FE-4F24-B73E-29335AA64197}" type="pres">
      <dgm:prSet presAssocID="{AF6A1654-D6DB-4CA7-AD0D-12A35B7840BB}" presName="FourNodes_2_text" presStyleLbl="node1" presStyleIdx="3" presStyleCnt="4">
        <dgm:presLayoutVars>
          <dgm:bulletEnabled val="1"/>
        </dgm:presLayoutVars>
      </dgm:prSet>
      <dgm:spPr/>
    </dgm:pt>
    <dgm:pt modelId="{40216522-ACB5-4D20-9F1F-409EDF1F69B2}" type="pres">
      <dgm:prSet presAssocID="{AF6A1654-D6DB-4CA7-AD0D-12A35B7840BB}" presName="FourNodes_3_text" presStyleLbl="node1" presStyleIdx="3" presStyleCnt="4">
        <dgm:presLayoutVars>
          <dgm:bulletEnabled val="1"/>
        </dgm:presLayoutVars>
      </dgm:prSet>
      <dgm:spPr/>
    </dgm:pt>
    <dgm:pt modelId="{7CFF84FF-0A2E-47AF-8745-0DED8D76C602}" type="pres">
      <dgm:prSet presAssocID="{AF6A1654-D6DB-4CA7-AD0D-12A35B7840B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03E2C09-64D1-4597-A7B2-25CAB2269CF1}" type="presOf" srcId="{66E031BA-4109-4A7F-8233-1FF6DBBFBB1F}" destId="{3AD812CE-9539-4723-88B3-10B79F8565DC}" srcOrd="0" destOrd="0" presId="urn:microsoft.com/office/officeart/2005/8/layout/vProcess5"/>
    <dgm:cxn modelId="{F56A960A-44B8-47FC-85CA-E87763CDF7A4}" type="presOf" srcId="{5C569F42-772B-40A8-8A6E-61108A023EA9}" destId="{E64870D2-2FB3-44F1-B2CA-AF7DC9E83D0A}" srcOrd="0" destOrd="0" presId="urn:microsoft.com/office/officeart/2005/8/layout/vProcess5"/>
    <dgm:cxn modelId="{4E15D33B-6510-436A-B6E3-32EBB3896E49}" type="presOf" srcId="{168B7B52-D246-4FD2-A87A-6DEED11CC06A}" destId="{A03D3768-47D3-4DA0-8999-C47BD5B15CCD}" srcOrd="1" destOrd="0" presId="urn:microsoft.com/office/officeart/2005/8/layout/vProcess5"/>
    <dgm:cxn modelId="{3265815F-CC20-44E6-A224-A49DCF705841}" type="presOf" srcId="{168B7B52-D246-4FD2-A87A-6DEED11CC06A}" destId="{547D7F45-02E3-4955-9E75-EB7BB81AF315}" srcOrd="0" destOrd="0" presId="urn:microsoft.com/office/officeart/2005/8/layout/vProcess5"/>
    <dgm:cxn modelId="{08421A46-F55E-4068-8BE7-C7F32F83C7F0}" srcId="{AF6A1654-D6DB-4CA7-AD0D-12A35B7840BB}" destId="{168B7B52-D246-4FD2-A87A-6DEED11CC06A}" srcOrd="0" destOrd="0" parTransId="{37DC79F4-AFD1-4921-9868-B1BC36CC5525}" sibTransId="{716FF6A1-E2D3-4197-BC59-C7681D360BD6}"/>
    <dgm:cxn modelId="{B02B2F47-3677-4946-A249-1837EE6EB65C}" type="presOf" srcId="{D5D90247-AC7B-4A02-A33C-61601F19CD33}" destId="{40216522-ACB5-4D20-9F1F-409EDF1F69B2}" srcOrd="1" destOrd="0" presId="urn:microsoft.com/office/officeart/2005/8/layout/vProcess5"/>
    <dgm:cxn modelId="{2162F54D-2E31-46BD-B3C3-E5AF147AAA19}" type="presOf" srcId="{D5D90247-AC7B-4A02-A33C-61601F19CD33}" destId="{EEFC33FD-0BD7-46F7-A080-701A1D9A9AF3}" srcOrd="0" destOrd="0" presId="urn:microsoft.com/office/officeart/2005/8/layout/vProcess5"/>
    <dgm:cxn modelId="{EE3EBC51-C72A-49DB-8A2A-A08A0E7EC09D}" type="presOf" srcId="{F1DE9753-F0A5-4539-82EC-6777B71CBC81}" destId="{B208D493-6E57-4EDC-A564-FC1DBF472E22}" srcOrd="0" destOrd="0" presId="urn:microsoft.com/office/officeart/2005/8/layout/vProcess5"/>
    <dgm:cxn modelId="{AA8F2D5A-54B4-4AB5-BE6C-2E4ED1A9373B}" type="presOf" srcId="{AF6A1654-D6DB-4CA7-AD0D-12A35B7840BB}" destId="{0F1A2323-237D-43E4-B2C5-4773EF94FF3A}" srcOrd="0" destOrd="0" presId="urn:microsoft.com/office/officeart/2005/8/layout/vProcess5"/>
    <dgm:cxn modelId="{1A49C580-1101-43CB-BC54-6A12EE2B2258}" srcId="{AF6A1654-D6DB-4CA7-AD0D-12A35B7840BB}" destId="{66E031BA-4109-4A7F-8233-1FF6DBBFBB1F}" srcOrd="3" destOrd="0" parTransId="{0EF45501-9A3A-43CC-BAAE-3EA02D71BE96}" sibTransId="{3A773B36-F3B7-4F42-962A-516093B8B85F}"/>
    <dgm:cxn modelId="{F472739C-A759-49E1-9B11-99030026438A}" type="presOf" srcId="{66E031BA-4109-4A7F-8233-1FF6DBBFBB1F}" destId="{7CFF84FF-0A2E-47AF-8745-0DED8D76C602}" srcOrd="1" destOrd="0" presId="urn:microsoft.com/office/officeart/2005/8/layout/vProcess5"/>
    <dgm:cxn modelId="{3BEFD1C4-60BB-4FB1-AF5F-3A61B1CD4957}" type="presOf" srcId="{716FF6A1-E2D3-4197-BC59-C7681D360BD6}" destId="{BE93FA98-1687-46A5-BF13-60A3F7C2F8C1}" srcOrd="0" destOrd="0" presId="urn:microsoft.com/office/officeart/2005/8/layout/vProcess5"/>
    <dgm:cxn modelId="{ACFEAAD5-0734-4857-8AB2-4F4C6DAA2CB8}" srcId="{AF6A1654-D6DB-4CA7-AD0D-12A35B7840BB}" destId="{D5D90247-AC7B-4A02-A33C-61601F19CD33}" srcOrd="2" destOrd="0" parTransId="{1A195C5E-E86B-4C51-9E91-5D8D5F31A669}" sibTransId="{F1DE9753-F0A5-4539-82EC-6777B71CBC81}"/>
    <dgm:cxn modelId="{ED5E11D9-844A-415E-ACEB-E9895B06EB7C}" srcId="{AF6A1654-D6DB-4CA7-AD0D-12A35B7840BB}" destId="{36BE4392-4317-497D-926C-68C01DC78123}" srcOrd="1" destOrd="0" parTransId="{C6317AF4-E217-4683-B2FD-7223BC37BACB}" sibTransId="{5C569F42-772B-40A8-8A6E-61108A023EA9}"/>
    <dgm:cxn modelId="{5978D7E5-105D-4379-A355-7004FB966B79}" type="presOf" srcId="{36BE4392-4317-497D-926C-68C01DC78123}" destId="{7A507D0A-00FE-4F24-B73E-29335AA64197}" srcOrd="1" destOrd="0" presId="urn:microsoft.com/office/officeart/2005/8/layout/vProcess5"/>
    <dgm:cxn modelId="{EF2A03FC-1366-4DFC-AC56-D30DD939A12A}" type="presOf" srcId="{36BE4392-4317-497D-926C-68C01DC78123}" destId="{7C297393-88F5-4E92-BDDA-F546F0263242}" srcOrd="0" destOrd="0" presId="urn:microsoft.com/office/officeart/2005/8/layout/vProcess5"/>
    <dgm:cxn modelId="{D5A34D71-2992-4EF0-9F5C-26676904476F}" type="presParOf" srcId="{0F1A2323-237D-43E4-B2C5-4773EF94FF3A}" destId="{246ADF7E-0DF4-4EF2-AD3F-C903217A09B6}" srcOrd="0" destOrd="0" presId="urn:microsoft.com/office/officeart/2005/8/layout/vProcess5"/>
    <dgm:cxn modelId="{F8F4ED2A-50D2-41D9-BD35-21A8289FFAA8}" type="presParOf" srcId="{0F1A2323-237D-43E4-B2C5-4773EF94FF3A}" destId="{547D7F45-02E3-4955-9E75-EB7BB81AF315}" srcOrd="1" destOrd="0" presId="urn:microsoft.com/office/officeart/2005/8/layout/vProcess5"/>
    <dgm:cxn modelId="{487FBDCC-30FF-4318-A75F-718061E10D2C}" type="presParOf" srcId="{0F1A2323-237D-43E4-B2C5-4773EF94FF3A}" destId="{7C297393-88F5-4E92-BDDA-F546F0263242}" srcOrd="2" destOrd="0" presId="urn:microsoft.com/office/officeart/2005/8/layout/vProcess5"/>
    <dgm:cxn modelId="{577C296D-ACF6-4ABB-A435-839E0BC07F18}" type="presParOf" srcId="{0F1A2323-237D-43E4-B2C5-4773EF94FF3A}" destId="{EEFC33FD-0BD7-46F7-A080-701A1D9A9AF3}" srcOrd="3" destOrd="0" presId="urn:microsoft.com/office/officeart/2005/8/layout/vProcess5"/>
    <dgm:cxn modelId="{9BF9FB6A-F2E1-4FEB-AA78-41128066D36F}" type="presParOf" srcId="{0F1A2323-237D-43E4-B2C5-4773EF94FF3A}" destId="{3AD812CE-9539-4723-88B3-10B79F8565DC}" srcOrd="4" destOrd="0" presId="urn:microsoft.com/office/officeart/2005/8/layout/vProcess5"/>
    <dgm:cxn modelId="{7A585662-18F1-481F-B3FF-BD3A2EF215E3}" type="presParOf" srcId="{0F1A2323-237D-43E4-B2C5-4773EF94FF3A}" destId="{BE93FA98-1687-46A5-BF13-60A3F7C2F8C1}" srcOrd="5" destOrd="0" presId="urn:microsoft.com/office/officeart/2005/8/layout/vProcess5"/>
    <dgm:cxn modelId="{C95F7024-216A-4A27-B17F-3CDD2C979C1B}" type="presParOf" srcId="{0F1A2323-237D-43E4-B2C5-4773EF94FF3A}" destId="{E64870D2-2FB3-44F1-B2CA-AF7DC9E83D0A}" srcOrd="6" destOrd="0" presId="urn:microsoft.com/office/officeart/2005/8/layout/vProcess5"/>
    <dgm:cxn modelId="{7E2DC780-9814-4BD0-BEAD-535F1A355F62}" type="presParOf" srcId="{0F1A2323-237D-43E4-B2C5-4773EF94FF3A}" destId="{B208D493-6E57-4EDC-A564-FC1DBF472E22}" srcOrd="7" destOrd="0" presId="urn:microsoft.com/office/officeart/2005/8/layout/vProcess5"/>
    <dgm:cxn modelId="{DA6A3017-A2E1-49EC-A001-EF1F871CA66D}" type="presParOf" srcId="{0F1A2323-237D-43E4-B2C5-4773EF94FF3A}" destId="{A03D3768-47D3-4DA0-8999-C47BD5B15CCD}" srcOrd="8" destOrd="0" presId="urn:microsoft.com/office/officeart/2005/8/layout/vProcess5"/>
    <dgm:cxn modelId="{E1118F4C-48C4-4E2C-B741-4791E92CEA11}" type="presParOf" srcId="{0F1A2323-237D-43E4-B2C5-4773EF94FF3A}" destId="{7A507D0A-00FE-4F24-B73E-29335AA64197}" srcOrd="9" destOrd="0" presId="urn:microsoft.com/office/officeart/2005/8/layout/vProcess5"/>
    <dgm:cxn modelId="{ECCCA591-B254-49F6-B6F2-307264D42172}" type="presParOf" srcId="{0F1A2323-237D-43E4-B2C5-4773EF94FF3A}" destId="{40216522-ACB5-4D20-9F1F-409EDF1F69B2}" srcOrd="10" destOrd="0" presId="urn:microsoft.com/office/officeart/2005/8/layout/vProcess5"/>
    <dgm:cxn modelId="{4DCD2225-C2D7-48A6-99C4-FA8928B56958}" type="presParOf" srcId="{0F1A2323-237D-43E4-B2C5-4773EF94FF3A}" destId="{7CFF84FF-0A2E-47AF-8745-0DED8D76C60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CF7F4A-5C08-4F3E-8832-1855A00B439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BD8E4AD-C0FD-4EC8-9663-F5CC372E53A0}">
      <dgm:prSet/>
      <dgm:spPr/>
      <dgm:t>
        <a:bodyPr/>
        <a:lstStyle/>
        <a:p>
          <a:pPr>
            <a:defRPr cap="all"/>
          </a:pPr>
          <a:r>
            <a:rPr lang="en-US"/>
            <a:t>• Improved campaign targeting</a:t>
          </a:r>
        </a:p>
      </dgm:t>
    </dgm:pt>
    <dgm:pt modelId="{159141E9-7403-44A6-AB07-60BFB1290471}" type="parTrans" cxnId="{961F0A56-7EB8-40D2-96AD-6F61C007D0FD}">
      <dgm:prSet/>
      <dgm:spPr/>
      <dgm:t>
        <a:bodyPr/>
        <a:lstStyle/>
        <a:p>
          <a:endParaRPr lang="en-US"/>
        </a:p>
      </dgm:t>
    </dgm:pt>
    <dgm:pt modelId="{2182F4C9-C955-44DE-9120-2CAE8CB6ABB8}" type="sibTrans" cxnId="{961F0A56-7EB8-40D2-96AD-6F61C007D0FD}">
      <dgm:prSet/>
      <dgm:spPr/>
      <dgm:t>
        <a:bodyPr/>
        <a:lstStyle/>
        <a:p>
          <a:endParaRPr lang="en-US"/>
        </a:p>
      </dgm:t>
    </dgm:pt>
    <dgm:pt modelId="{03DDF87E-52D2-4CEE-9CEB-7D77B1479150}">
      <dgm:prSet/>
      <dgm:spPr/>
      <dgm:t>
        <a:bodyPr/>
        <a:lstStyle/>
        <a:p>
          <a:pPr>
            <a:defRPr cap="all"/>
          </a:pPr>
          <a:r>
            <a:rPr lang="en-US"/>
            <a:t>• Reduced marketing cost</a:t>
          </a:r>
        </a:p>
      </dgm:t>
    </dgm:pt>
    <dgm:pt modelId="{03A4F62F-7A14-4B60-A44C-C3B668B3C0CC}" type="parTrans" cxnId="{E1E93A5B-7A8B-441B-84A0-FD510B385B71}">
      <dgm:prSet/>
      <dgm:spPr/>
      <dgm:t>
        <a:bodyPr/>
        <a:lstStyle/>
        <a:p>
          <a:endParaRPr lang="en-US"/>
        </a:p>
      </dgm:t>
    </dgm:pt>
    <dgm:pt modelId="{B870F254-FBA7-434E-825C-49A250994DBA}" type="sibTrans" cxnId="{E1E93A5B-7A8B-441B-84A0-FD510B385B71}">
      <dgm:prSet/>
      <dgm:spPr/>
      <dgm:t>
        <a:bodyPr/>
        <a:lstStyle/>
        <a:p>
          <a:endParaRPr lang="en-US"/>
        </a:p>
      </dgm:t>
    </dgm:pt>
    <dgm:pt modelId="{9AFFFB10-8769-4685-AC41-FCFDAA06C0E7}">
      <dgm:prSet/>
      <dgm:spPr/>
      <dgm:t>
        <a:bodyPr/>
        <a:lstStyle/>
        <a:p>
          <a:pPr>
            <a:defRPr cap="all"/>
          </a:pPr>
          <a:r>
            <a:rPr lang="en-US"/>
            <a:t>• Higher conversion rate</a:t>
          </a:r>
        </a:p>
      </dgm:t>
    </dgm:pt>
    <dgm:pt modelId="{EDA29810-B00F-45F6-B579-AA45C9B9243F}" type="parTrans" cxnId="{C86FFA4C-E103-4188-A73D-E11DCC08C657}">
      <dgm:prSet/>
      <dgm:spPr/>
      <dgm:t>
        <a:bodyPr/>
        <a:lstStyle/>
        <a:p>
          <a:endParaRPr lang="en-US"/>
        </a:p>
      </dgm:t>
    </dgm:pt>
    <dgm:pt modelId="{99CE13AA-AF2A-4547-8378-EA0EC29E5FA6}" type="sibTrans" cxnId="{C86FFA4C-E103-4188-A73D-E11DCC08C657}">
      <dgm:prSet/>
      <dgm:spPr/>
      <dgm:t>
        <a:bodyPr/>
        <a:lstStyle/>
        <a:p>
          <a:endParaRPr lang="en-US"/>
        </a:p>
      </dgm:t>
    </dgm:pt>
    <dgm:pt modelId="{AC05A7F0-7DAE-4F11-98EE-A7EF0B58D8EA}">
      <dgm:prSet/>
      <dgm:spPr/>
      <dgm:t>
        <a:bodyPr/>
        <a:lstStyle/>
        <a:p>
          <a:pPr>
            <a:defRPr cap="all"/>
          </a:pPr>
          <a:r>
            <a:rPr lang="en-US"/>
            <a:t>• Data-driven decision making</a:t>
          </a:r>
        </a:p>
      </dgm:t>
    </dgm:pt>
    <dgm:pt modelId="{B1DE88AD-95BF-44E9-8CF2-4407B6940272}" type="parTrans" cxnId="{008A7496-395A-4F63-B3AD-04FB2D4391D4}">
      <dgm:prSet/>
      <dgm:spPr/>
      <dgm:t>
        <a:bodyPr/>
        <a:lstStyle/>
        <a:p>
          <a:endParaRPr lang="en-US"/>
        </a:p>
      </dgm:t>
    </dgm:pt>
    <dgm:pt modelId="{6ACF2851-41A1-4160-A4FC-3D7D774BCDA2}" type="sibTrans" cxnId="{008A7496-395A-4F63-B3AD-04FB2D4391D4}">
      <dgm:prSet/>
      <dgm:spPr/>
      <dgm:t>
        <a:bodyPr/>
        <a:lstStyle/>
        <a:p>
          <a:endParaRPr lang="en-US"/>
        </a:p>
      </dgm:t>
    </dgm:pt>
    <dgm:pt modelId="{D68F1E0B-D5E1-48EC-9F33-ED1CC59F91C5}" type="pres">
      <dgm:prSet presAssocID="{05CF7F4A-5C08-4F3E-8832-1855A00B439F}" presName="root" presStyleCnt="0">
        <dgm:presLayoutVars>
          <dgm:dir/>
          <dgm:resizeHandles val="exact"/>
        </dgm:presLayoutVars>
      </dgm:prSet>
      <dgm:spPr/>
    </dgm:pt>
    <dgm:pt modelId="{6F721CC0-4F9A-4DFE-A136-5A3F0DD94AE6}" type="pres">
      <dgm:prSet presAssocID="{0BD8E4AD-C0FD-4EC8-9663-F5CC372E53A0}" presName="compNode" presStyleCnt="0"/>
      <dgm:spPr/>
    </dgm:pt>
    <dgm:pt modelId="{8F0CC2B7-A414-4B80-BC6B-FA27A437BDA6}" type="pres">
      <dgm:prSet presAssocID="{0BD8E4AD-C0FD-4EC8-9663-F5CC372E53A0}" presName="iconBgRect" presStyleLbl="bgShp" presStyleIdx="0" presStyleCnt="4"/>
      <dgm:spPr/>
    </dgm:pt>
    <dgm:pt modelId="{AD47C906-20B8-4C08-B257-0690CA8228D8}" type="pres">
      <dgm:prSet presAssocID="{0BD8E4AD-C0FD-4EC8-9663-F5CC372E53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B7EAE6-CD3F-4B30-B51A-25732148D6E4}" type="pres">
      <dgm:prSet presAssocID="{0BD8E4AD-C0FD-4EC8-9663-F5CC372E53A0}" presName="spaceRect" presStyleCnt="0"/>
      <dgm:spPr/>
    </dgm:pt>
    <dgm:pt modelId="{EA67B3F8-9AED-47E0-A8D0-171AB0987D1B}" type="pres">
      <dgm:prSet presAssocID="{0BD8E4AD-C0FD-4EC8-9663-F5CC372E53A0}" presName="textRect" presStyleLbl="revTx" presStyleIdx="0" presStyleCnt="4">
        <dgm:presLayoutVars>
          <dgm:chMax val="1"/>
          <dgm:chPref val="1"/>
        </dgm:presLayoutVars>
      </dgm:prSet>
      <dgm:spPr/>
    </dgm:pt>
    <dgm:pt modelId="{2DF94BFA-0F97-45FF-AB07-73896B11B4CE}" type="pres">
      <dgm:prSet presAssocID="{2182F4C9-C955-44DE-9120-2CAE8CB6ABB8}" presName="sibTrans" presStyleCnt="0"/>
      <dgm:spPr/>
    </dgm:pt>
    <dgm:pt modelId="{4C89116B-3A81-4781-B093-059346448EC9}" type="pres">
      <dgm:prSet presAssocID="{03DDF87E-52D2-4CEE-9CEB-7D77B1479150}" presName="compNode" presStyleCnt="0"/>
      <dgm:spPr/>
    </dgm:pt>
    <dgm:pt modelId="{3ECEEE36-CE5B-422B-BBAF-6C14D7BA3F5E}" type="pres">
      <dgm:prSet presAssocID="{03DDF87E-52D2-4CEE-9CEB-7D77B1479150}" presName="iconBgRect" presStyleLbl="bgShp" presStyleIdx="1" presStyleCnt="4"/>
      <dgm:spPr/>
    </dgm:pt>
    <dgm:pt modelId="{3AE5A000-A4FA-4683-A79A-5BE6BFDA407C}" type="pres">
      <dgm:prSet presAssocID="{03DDF87E-52D2-4CEE-9CEB-7D77B14791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8CF37FB-7259-4585-990C-F4D9CDDE928A}" type="pres">
      <dgm:prSet presAssocID="{03DDF87E-52D2-4CEE-9CEB-7D77B1479150}" presName="spaceRect" presStyleCnt="0"/>
      <dgm:spPr/>
    </dgm:pt>
    <dgm:pt modelId="{9304DDAB-9089-49C4-B62A-EF75084B67F7}" type="pres">
      <dgm:prSet presAssocID="{03DDF87E-52D2-4CEE-9CEB-7D77B1479150}" presName="textRect" presStyleLbl="revTx" presStyleIdx="1" presStyleCnt="4">
        <dgm:presLayoutVars>
          <dgm:chMax val="1"/>
          <dgm:chPref val="1"/>
        </dgm:presLayoutVars>
      </dgm:prSet>
      <dgm:spPr/>
    </dgm:pt>
    <dgm:pt modelId="{B3C03BBD-2365-4960-B6C2-CD955DBB4097}" type="pres">
      <dgm:prSet presAssocID="{B870F254-FBA7-434E-825C-49A250994DBA}" presName="sibTrans" presStyleCnt="0"/>
      <dgm:spPr/>
    </dgm:pt>
    <dgm:pt modelId="{410AEAC5-1FBE-415B-AC94-9D2F7DA19F95}" type="pres">
      <dgm:prSet presAssocID="{9AFFFB10-8769-4685-AC41-FCFDAA06C0E7}" presName="compNode" presStyleCnt="0"/>
      <dgm:spPr/>
    </dgm:pt>
    <dgm:pt modelId="{8492E0AA-2003-447A-8F6A-D919D759E1AA}" type="pres">
      <dgm:prSet presAssocID="{9AFFFB10-8769-4685-AC41-FCFDAA06C0E7}" presName="iconBgRect" presStyleLbl="bgShp" presStyleIdx="2" presStyleCnt="4"/>
      <dgm:spPr/>
    </dgm:pt>
    <dgm:pt modelId="{45C349DE-744F-45E6-95D7-8CCD9C64A7ED}" type="pres">
      <dgm:prSet presAssocID="{9AFFFB10-8769-4685-AC41-FCFDAA06C0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62611B7-C884-4972-8E2C-AB061D3D83B5}" type="pres">
      <dgm:prSet presAssocID="{9AFFFB10-8769-4685-AC41-FCFDAA06C0E7}" presName="spaceRect" presStyleCnt="0"/>
      <dgm:spPr/>
    </dgm:pt>
    <dgm:pt modelId="{A0F37963-B86C-4CFF-B363-87BF36FE3F79}" type="pres">
      <dgm:prSet presAssocID="{9AFFFB10-8769-4685-AC41-FCFDAA06C0E7}" presName="textRect" presStyleLbl="revTx" presStyleIdx="2" presStyleCnt="4">
        <dgm:presLayoutVars>
          <dgm:chMax val="1"/>
          <dgm:chPref val="1"/>
        </dgm:presLayoutVars>
      </dgm:prSet>
      <dgm:spPr/>
    </dgm:pt>
    <dgm:pt modelId="{DE1FA4DD-60DE-4ECA-AF88-313BB43CC3EE}" type="pres">
      <dgm:prSet presAssocID="{99CE13AA-AF2A-4547-8378-EA0EC29E5FA6}" presName="sibTrans" presStyleCnt="0"/>
      <dgm:spPr/>
    </dgm:pt>
    <dgm:pt modelId="{AE314F44-FA7C-43C8-8149-30C3D820E061}" type="pres">
      <dgm:prSet presAssocID="{AC05A7F0-7DAE-4F11-98EE-A7EF0B58D8EA}" presName="compNode" presStyleCnt="0"/>
      <dgm:spPr/>
    </dgm:pt>
    <dgm:pt modelId="{BCD2D999-6DA8-4244-8356-AE85FD09649C}" type="pres">
      <dgm:prSet presAssocID="{AC05A7F0-7DAE-4F11-98EE-A7EF0B58D8EA}" presName="iconBgRect" presStyleLbl="bgShp" presStyleIdx="3" presStyleCnt="4"/>
      <dgm:spPr/>
    </dgm:pt>
    <dgm:pt modelId="{14D9162E-0E5F-4DEE-A7DA-1151CA53CC4D}" type="pres">
      <dgm:prSet presAssocID="{AC05A7F0-7DAE-4F11-98EE-A7EF0B58D8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29207B-0366-4D13-907D-917109CE766C}" type="pres">
      <dgm:prSet presAssocID="{AC05A7F0-7DAE-4F11-98EE-A7EF0B58D8EA}" presName="spaceRect" presStyleCnt="0"/>
      <dgm:spPr/>
    </dgm:pt>
    <dgm:pt modelId="{C812241C-F96E-459D-9F13-A5174917C2B9}" type="pres">
      <dgm:prSet presAssocID="{AC05A7F0-7DAE-4F11-98EE-A7EF0B58D8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04950C-0A30-4AE6-B73A-B1A4E7F7118E}" type="presOf" srcId="{05CF7F4A-5C08-4F3E-8832-1855A00B439F}" destId="{D68F1E0B-D5E1-48EC-9F33-ED1CC59F91C5}" srcOrd="0" destOrd="0" presId="urn:microsoft.com/office/officeart/2018/5/layout/IconCircleLabelList"/>
    <dgm:cxn modelId="{E1E93A5B-7A8B-441B-84A0-FD510B385B71}" srcId="{05CF7F4A-5C08-4F3E-8832-1855A00B439F}" destId="{03DDF87E-52D2-4CEE-9CEB-7D77B1479150}" srcOrd="1" destOrd="0" parTransId="{03A4F62F-7A14-4B60-A44C-C3B668B3C0CC}" sibTransId="{B870F254-FBA7-434E-825C-49A250994DBA}"/>
    <dgm:cxn modelId="{3BEDC25F-19AC-4379-9D36-CF53AE06719E}" type="presOf" srcId="{9AFFFB10-8769-4685-AC41-FCFDAA06C0E7}" destId="{A0F37963-B86C-4CFF-B363-87BF36FE3F79}" srcOrd="0" destOrd="0" presId="urn:microsoft.com/office/officeart/2018/5/layout/IconCircleLabelList"/>
    <dgm:cxn modelId="{DE19016C-4851-49B6-AC79-9CAD55D22259}" type="presOf" srcId="{AC05A7F0-7DAE-4F11-98EE-A7EF0B58D8EA}" destId="{C812241C-F96E-459D-9F13-A5174917C2B9}" srcOrd="0" destOrd="0" presId="urn:microsoft.com/office/officeart/2018/5/layout/IconCircleLabelList"/>
    <dgm:cxn modelId="{C86FFA4C-E103-4188-A73D-E11DCC08C657}" srcId="{05CF7F4A-5C08-4F3E-8832-1855A00B439F}" destId="{9AFFFB10-8769-4685-AC41-FCFDAA06C0E7}" srcOrd="2" destOrd="0" parTransId="{EDA29810-B00F-45F6-B579-AA45C9B9243F}" sibTransId="{99CE13AA-AF2A-4547-8378-EA0EC29E5FA6}"/>
    <dgm:cxn modelId="{961F0A56-7EB8-40D2-96AD-6F61C007D0FD}" srcId="{05CF7F4A-5C08-4F3E-8832-1855A00B439F}" destId="{0BD8E4AD-C0FD-4EC8-9663-F5CC372E53A0}" srcOrd="0" destOrd="0" parTransId="{159141E9-7403-44A6-AB07-60BFB1290471}" sibTransId="{2182F4C9-C955-44DE-9120-2CAE8CB6ABB8}"/>
    <dgm:cxn modelId="{008A7496-395A-4F63-B3AD-04FB2D4391D4}" srcId="{05CF7F4A-5C08-4F3E-8832-1855A00B439F}" destId="{AC05A7F0-7DAE-4F11-98EE-A7EF0B58D8EA}" srcOrd="3" destOrd="0" parTransId="{B1DE88AD-95BF-44E9-8CF2-4407B6940272}" sibTransId="{6ACF2851-41A1-4160-A4FC-3D7D774BCDA2}"/>
    <dgm:cxn modelId="{7434819B-589E-46A4-9131-B12C36D50E6F}" type="presOf" srcId="{0BD8E4AD-C0FD-4EC8-9663-F5CC372E53A0}" destId="{EA67B3F8-9AED-47E0-A8D0-171AB0987D1B}" srcOrd="0" destOrd="0" presId="urn:microsoft.com/office/officeart/2018/5/layout/IconCircleLabelList"/>
    <dgm:cxn modelId="{8621879F-A812-4DBF-B512-43AB1AE51E9B}" type="presOf" srcId="{03DDF87E-52D2-4CEE-9CEB-7D77B1479150}" destId="{9304DDAB-9089-49C4-B62A-EF75084B67F7}" srcOrd="0" destOrd="0" presId="urn:microsoft.com/office/officeart/2018/5/layout/IconCircleLabelList"/>
    <dgm:cxn modelId="{934656C7-3D55-41BD-8CDD-12331462D71E}" type="presParOf" srcId="{D68F1E0B-D5E1-48EC-9F33-ED1CC59F91C5}" destId="{6F721CC0-4F9A-4DFE-A136-5A3F0DD94AE6}" srcOrd="0" destOrd="0" presId="urn:microsoft.com/office/officeart/2018/5/layout/IconCircleLabelList"/>
    <dgm:cxn modelId="{8B9DE145-FAA5-484A-8F62-8F25633AA467}" type="presParOf" srcId="{6F721CC0-4F9A-4DFE-A136-5A3F0DD94AE6}" destId="{8F0CC2B7-A414-4B80-BC6B-FA27A437BDA6}" srcOrd="0" destOrd="0" presId="urn:microsoft.com/office/officeart/2018/5/layout/IconCircleLabelList"/>
    <dgm:cxn modelId="{41DC446E-7C52-490F-B186-D087D1D884E9}" type="presParOf" srcId="{6F721CC0-4F9A-4DFE-A136-5A3F0DD94AE6}" destId="{AD47C906-20B8-4C08-B257-0690CA8228D8}" srcOrd="1" destOrd="0" presId="urn:microsoft.com/office/officeart/2018/5/layout/IconCircleLabelList"/>
    <dgm:cxn modelId="{4B6D59F3-A1E5-4889-A11B-5CF759A6FB1F}" type="presParOf" srcId="{6F721CC0-4F9A-4DFE-A136-5A3F0DD94AE6}" destId="{43B7EAE6-CD3F-4B30-B51A-25732148D6E4}" srcOrd="2" destOrd="0" presId="urn:microsoft.com/office/officeart/2018/5/layout/IconCircleLabelList"/>
    <dgm:cxn modelId="{2F08A318-3E72-47D4-BA13-A98C21AB4871}" type="presParOf" srcId="{6F721CC0-4F9A-4DFE-A136-5A3F0DD94AE6}" destId="{EA67B3F8-9AED-47E0-A8D0-171AB0987D1B}" srcOrd="3" destOrd="0" presId="urn:microsoft.com/office/officeart/2018/5/layout/IconCircleLabelList"/>
    <dgm:cxn modelId="{6E3F71A2-84F1-40A2-B3CC-95F03A858392}" type="presParOf" srcId="{D68F1E0B-D5E1-48EC-9F33-ED1CC59F91C5}" destId="{2DF94BFA-0F97-45FF-AB07-73896B11B4CE}" srcOrd="1" destOrd="0" presId="urn:microsoft.com/office/officeart/2018/5/layout/IconCircleLabelList"/>
    <dgm:cxn modelId="{563AA374-9CA5-434B-A040-D6C2EDADBA6E}" type="presParOf" srcId="{D68F1E0B-D5E1-48EC-9F33-ED1CC59F91C5}" destId="{4C89116B-3A81-4781-B093-059346448EC9}" srcOrd="2" destOrd="0" presId="urn:microsoft.com/office/officeart/2018/5/layout/IconCircleLabelList"/>
    <dgm:cxn modelId="{C66F3DB8-A3DF-4812-955F-F72BFC1DF1EA}" type="presParOf" srcId="{4C89116B-3A81-4781-B093-059346448EC9}" destId="{3ECEEE36-CE5B-422B-BBAF-6C14D7BA3F5E}" srcOrd="0" destOrd="0" presId="urn:microsoft.com/office/officeart/2018/5/layout/IconCircleLabelList"/>
    <dgm:cxn modelId="{A1BD0AAB-04BC-4BDE-8318-162A80104425}" type="presParOf" srcId="{4C89116B-3A81-4781-B093-059346448EC9}" destId="{3AE5A000-A4FA-4683-A79A-5BE6BFDA407C}" srcOrd="1" destOrd="0" presId="urn:microsoft.com/office/officeart/2018/5/layout/IconCircleLabelList"/>
    <dgm:cxn modelId="{8CDB494B-A491-4BF1-9FD8-D281B84E9C3F}" type="presParOf" srcId="{4C89116B-3A81-4781-B093-059346448EC9}" destId="{58CF37FB-7259-4585-990C-F4D9CDDE928A}" srcOrd="2" destOrd="0" presId="urn:microsoft.com/office/officeart/2018/5/layout/IconCircleLabelList"/>
    <dgm:cxn modelId="{998E5C5B-A4D9-4B07-B3EB-D1FE5E68B146}" type="presParOf" srcId="{4C89116B-3A81-4781-B093-059346448EC9}" destId="{9304DDAB-9089-49C4-B62A-EF75084B67F7}" srcOrd="3" destOrd="0" presId="urn:microsoft.com/office/officeart/2018/5/layout/IconCircleLabelList"/>
    <dgm:cxn modelId="{31533CB3-072A-4294-952F-13AD0FC645E8}" type="presParOf" srcId="{D68F1E0B-D5E1-48EC-9F33-ED1CC59F91C5}" destId="{B3C03BBD-2365-4960-B6C2-CD955DBB4097}" srcOrd="3" destOrd="0" presId="urn:microsoft.com/office/officeart/2018/5/layout/IconCircleLabelList"/>
    <dgm:cxn modelId="{D1CE1732-603B-40DD-A17A-912173214C77}" type="presParOf" srcId="{D68F1E0B-D5E1-48EC-9F33-ED1CC59F91C5}" destId="{410AEAC5-1FBE-415B-AC94-9D2F7DA19F95}" srcOrd="4" destOrd="0" presId="urn:microsoft.com/office/officeart/2018/5/layout/IconCircleLabelList"/>
    <dgm:cxn modelId="{42F8BC6D-28F8-4952-A2BA-43CE25538707}" type="presParOf" srcId="{410AEAC5-1FBE-415B-AC94-9D2F7DA19F95}" destId="{8492E0AA-2003-447A-8F6A-D919D759E1AA}" srcOrd="0" destOrd="0" presId="urn:microsoft.com/office/officeart/2018/5/layout/IconCircleLabelList"/>
    <dgm:cxn modelId="{ADA7FE61-6FD1-4277-976F-DCD0B395FD0E}" type="presParOf" srcId="{410AEAC5-1FBE-415B-AC94-9D2F7DA19F95}" destId="{45C349DE-744F-45E6-95D7-8CCD9C64A7ED}" srcOrd="1" destOrd="0" presId="urn:microsoft.com/office/officeart/2018/5/layout/IconCircleLabelList"/>
    <dgm:cxn modelId="{A293F5EA-D544-48B5-8AA8-492B31097625}" type="presParOf" srcId="{410AEAC5-1FBE-415B-AC94-9D2F7DA19F95}" destId="{262611B7-C884-4972-8E2C-AB061D3D83B5}" srcOrd="2" destOrd="0" presId="urn:microsoft.com/office/officeart/2018/5/layout/IconCircleLabelList"/>
    <dgm:cxn modelId="{61279E4E-081F-4967-ACAF-334D88CFAF91}" type="presParOf" srcId="{410AEAC5-1FBE-415B-AC94-9D2F7DA19F95}" destId="{A0F37963-B86C-4CFF-B363-87BF36FE3F79}" srcOrd="3" destOrd="0" presId="urn:microsoft.com/office/officeart/2018/5/layout/IconCircleLabelList"/>
    <dgm:cxn modelId="{18135520-56F8-40BE-9DFB-5D2DFCCD1E1A}" type="presParOf" srcId="{D68F1E0B-D5E1-48EC-9F33-ED1CC59F91C5}" destId="{DE1FA4DD-60DE-4ECA-AF88-313BB43CC3EE}" srcOrd="5" destOrd="0" presId="urn:microsoft.com/office/officeart/2018/5/layout/IconCircleLabelList"/>
    <dgm:cxn modelId="{CE8D32EB-C90E-41C0-8CCA-49B111CDA59D}" type="presParOf" srcId="{D68F1E0B-D5E1-48EC-9F33-ED1CC59F91C5}" destId="{AE314F44-FA7C-43C8-8149-30C3D820E061}" srcOrd="6" destOrd="0" presId="urn:microsoft.com/office/officeart/2018/5/layout/IconCircleLabelList"/>
    <dgm:cxn modelId="{81505DB2-CBDD-4270-8851-4BBD111AD17B}" type="presParOf" srcId="{AE314F44-FA7C-43C8-8149-30C3D820E061}" destId="{BCD2D999-6DA8-4244-8356-AE85FD09649C}" srcOrd="0" destOrd="0" presId="urn:microsoft.com/office/officeart/2018/5/layout/IconCircleLabelList"/>
    <dgm:cxn modelId="{33556D22-39AF-490B-A51A-97F5E4F19B16}" type="presParOf" srcId="{AE314F44-FA7C-43C8-8149-30C3D820E061}" destId="{14D9162E-0E5F-4DEE-A7DA-1151CA53CC4D}" srcOrd="1" destOrd="0" presId="urn:microsoft.com/office/officeart/2018/5/layout/IconCircleLabelList"/>
    <dgm:cxn modelId="{2727A423-DF6B-4D48-9F89-D59F7339508C}" type="presParOf" srcId="{AE314F44-FA7C-43C8-8149-30C3D820E061}" destId="{CD29207B-0366-4D13-907D-917109CE766C}" srcOrd="2" destOrd="0" presId="urn:microsoft.com/office/officeart/2018/5/layout/IconCircleLabelList"/>
    <dgm:cxn modelId="{1661E8DA-7385-4F9D-8684-2AFBF0C73AE7}" type="presParOf" srcId="{AE314F44-FA7C-43C8-8149-30C3D820E061}" destId="{C812241C-F96E-459D-9F13-A5174917C2B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299FA5-72A3-427D-9A48-986E348F1C5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8C813E3-C26F-4233-B9AC-B4F227C43387}">
      <dgm:prSet/>
      <dgm:spPr/>
      <dgm:t>
        <a:bodyPr/>
        <a:lstStyle/>
        <a:p>
          <a:pPr>
            <a:defRPr cap="all"/>
          </a:pPr>
          <a:r>
            <a:rPr lang="en-US"/>
            <a:t>• Use model for campaign targeting</a:t>
          </a:r>
        </a:p>
      </dgm:t>
    </dgm:pt>
    <dgm:pt modelId="{5AA4AB6D-7FE0-4D0A-9B52-D78C2E15AA37}" type="parTrans" cxnId="{8451F4A5-57A9-4D25-B6B0-CB0DD3888EBA}">
      <dgm:prSet/>
      <dgm:spPr/>
      <dgm:t>
        <a:bodyPr/>
        <a:lstStyle/>
        <a:p>
          <a:endParaRPr lang="en-US"/>
        </a:p>
      </dgm:t>
    </dgm:pt>
    <dgm:pt modelId="{79AF3A2F-A090-497A-B1EF-6DAFD8B1607B}" type="sibTrans" cxnId="{8451F4A5-57A9-4D25-B6B0-CB0DD3888EBA}">
      <dgm:prSet/>
      <dgm:spPr/>
      <dgm:t>
        <a:bodyPr/>
        <a:lstStyle/>
        <a:p>
          <a:endParaRPr lang="en-US"/>
        </a:p>
      </dgm:t>
    </dgm:pt>
    <dgm:pt modelId="{1BEBA0CF-545D-4B63-9E0A-BBFC49BD7723}">
      <dgm:prSet/>
      <dgm:spPr/>
      <dgm:t>
        <a:bodyPr/>
        <a:lstStyle/>
        <a:p>
          <a:pPr>
            <a:defRPr cap="all"/>
          </a:pPr>
          <a:r>
            <a:rPr lang="en-US"/>
            <a:t>• Prioritize high-probability customers</a:t>
          </a:r>
        </a:p>
      </dgm:t>
    </dgm:pt>
    <dgm:pt modelId="{5071578A-4DEB-4854-A92B-2CFC94EEA9BF}" type="parTrans" cxnId="{D74A74AC-C7CA-42F2-B5A1-D174DA00D300}">
      <dgm:prSet/>
      <dgm:spPr/>
      <dgm:t>
        <a:bodyPr/>
        <a:lstStyle/>
        <a:p>
          <a:endParaRPr lang="en-US"/>
        </a:p>
      </dgm:t>
    </dgm:pt>
    <dgm:pt modelId="{1943E20C-0C67-46CD-BDE0-C21D4D54DD05}" type="sibTrans" cxnId="{D74A74AC-C7CA-42F2-B5A1-D174DA00D300}">
      <dgm:prSet/>
      <dgm:spPr/>
      <dgm:t>
        <a:bodyPr/>
        <a:lstStyle/>
        <a:p>
          <a:endParaRPr lang="en-US"/>
        </a:p>
      </dgm:t>
    </dgm:pt>
    <dgm:pt modelId="{5B4F69E1-C54F-4AA0-9BED-5E83B19CD16A}">
      <dgm:prSet/>
      <dgm:spPr/>
      <dgm:t>
        <a:bodyPr/>
        <a:lstStyle/>
        <a:p>
          <a:pPr>
            <a:defRPr cap="all"/>
          </a:pPr>
          <a:r>
            <a:rPr lang="en-US"/>
            <a:t>• Tune probability threshold for business needs</a:t>
          </a:r>
        </a:p>
      </dgm:t>
    </dgm:pt>
    <dgm:pt modelId="{53BDAA53-7F5D-4E78-8277-E6735F5FB857}" type="parTrans" cxnId="{BF6C4100-EC45-4052-BEFA-A8028EFA41FD}">
      <dgm:prSet/>
      <dgm:spPr/>
      <dgm:t>
        <a:bodyPr/>
        <a:lstStyle/>
        <a:p>
          <a:endParaRPr lang="en-US"/>
        </a:p>
      </dgm:t>
    </dgm:pt>
    <dgm:pt modelId="{F17C5DD9-D247-4B3C-AF99-4E526B406692}" type="sibTrans" cxnId="{BF6C4100-EC45-4052-BEFA-A8028EFA41FD}">
      <dgm:prSet/>
      <dgm:spPr/>
      <dgm:t>
        <a:bodyPr/>
        <a:lstStyle/>
        <a:p>
          <a:endParaRPr lang="en-US"/>
        </a:p>
      </dgm:t>
    </dgm:pt>
    <dgm:pt modelId="{FB1AE23F-F861-4FB5-8CFF-4E04A7104F39}">
      <dgm:prSet/>
      <dgm:spPr/>
      <dgm:t>
        <a:bodyPr/>
        <a:lstStyle/>
        <a:p>
          <a:pPr>
            <a:defRPr cap="all"/>
          </a:pPr>
          <a:r>
            <a:rPr lang="en-US"/>
            <a:t>• Retrain model regularly</a:t>
          </a:r>
        </a:p>
      </dgm:t>
    </dgm:pt>
    <dgm:pt modelId="{900FB9A0-86A1-4887-AB6D-B7EE1EE0B0D4}" type="parTrans" cxnId="{C602B445-4F1C-46F7-A732-3E85D43CCD30}">
      <dgm:prSet/>
      <dgm:spPr/>
      <dgm:t>
        <a:bodyPr/>
        <a:lstStyle/>
        <a:p>
          <a:endParaRPr lang="en-US"/>
        </a:p>
      </dgm:t>
    </dgm:pt>
    <dgm:pt modelId="{7A399EE9-DC7B-497D-A303-DD655A3AAEB0}" type="sibTrans" cxnId="{C602B445-4F1C-46F7-A732-3E85D43CCD30}">
      <dgm:prSet/>
      <dgm:spPr/>
      <dgm:t>
        <a:bodyPr/>
        <a:lstStyle/>
        <a:p>
          <a:endParaRPr lang="en-US"/>
        </a:p>
      </dgm:t>
    </dgm:pt>
    <dgm:pt modelId="{86113EBD-CA26-4B90-9D9B-2EE4676C3CA0}" type="pres">
      <dgm:prSet presAssocID="{A6299FA5-72A3-427D-9A48-986E348F1C5A}" presName="root" presStyleCnt="0">
        <dgm:presLayoutVars>
          <dgm:dir/>
          <dgm:resizeHandles val="exact"/>
        </dgm:presLayoutVars>
      </dgm:prSet>
      <dgm:spPr/>
    </dgm:pt>
    <dgm:pt modelId="{9DBCB1F6-E91D-486D-A2B4-1056CEAEF421}" type="pres">
      <dgm:prSet presAssocID="{98C813E3-C26F-4233-B9AC-B4F227C43387}" presName="compNode" presStyleCnt="0"/>
      <dgm:spPr/>
    </dgm:pt>
    <dgm:pt modelId="{A122E329-4A8D-4295-B85C-DBB5F88DA266}" type="pres">
      <dgm:prSet presAssocID="{98C813E3-C26F-4233-B9AC-B4F227C43387}" presName="iconBgRect" presStyleLbl="bgShp" presStyleIdx="0" presStyleCnt="4"/>
      <dgm:spPr/>
    </dgm:pt>
    <dgm:pt modelId="{D143EC11-E062-4DEB-BE13-D79F8E7B9D14}" type="pres">
      <dgm:prSet presAssocID="{98C813E3-C26F-4233-B9AC-B4F227C433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71B6EFD-1BF3-42FF-922E-8D30D022DE30}" type="pres">
      <dgm:prSet presAssocID="{98C813E3-C26F-4233-B9AC-B4F227C43387}" presName="spaceRect" presStyleCnt="0"/>
      <dgm:spPr/>
    </dgm:pt>
    <dgm:pt modelId="{6A8F8374-0E00-4F80-9407-0BDEB1300F15}" type="pres">
      <dgm:prSet presAssocID="{98C813E3-C26F-4233-B9AC-B4F227C43387}" presName="textRect" presStyleLbl="revTx" presStyleIdx="0" presStyleCnt="4">
        <dgm:presLayoutVars>
          <dgm:chMax val="1"/>
          <dgm:chPref val="1"/>
        </dgm:presLayoutVars>
      </dgm:prSet>
      <dgm:spPr/>
    </dgm:pt>
    <dgm:pt modelId="{B807A4C0-EFEA-40BC-9F3B-AB89716F5F98}" type="pres">
      <dgm:prSet presAssocID="{79AF3A2F-A090-497A-B1EF-6DAFD8B1607B}" presName="sibTrans" presStyleCnt="0"/>
      <dgm:spPr/>
    </dgm:pt>
    <dgm:pt modelId="{724F77CB-88F4-4EB3-803A-36F8FC5B75AC}" type="pres">
      <dgm:prSet presAssocID="{1BEBA0CF-545D-4B63-9E0A-BBFC49BD7723}" presName="compNode" presStyleCnt="0"/>
      <dgm:spPr/>
    </dgm:pt>
    <dgm:pt modelId="{F099A648-1A4D-4BDE-885A-7B94DBF1551D}" type="pres">
      <dgm:prSet presAssocID="{1BEBA0CF-545D-4B63-9E0A-BBFC49BD7723}" presName="iconBgRect" presStyleLbl="bgShp" presStyleIdx="1" presStyleCnt="4"/>
      <dgm:spPr/>
    </dgm:pt>
    <dgm:pt modelId="{ABFD67E6-CB33-44D0-B411-6E55BD09D29E}" type="pres">
      <dgm:prSet presAssocID="{1BEBA0CF-545D-4B63-9E0A-BBFC49BD77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598EEEA-6261-42EB-B808-A3BF55EC3508}" type="pres">
      <dgm:prSet presAssocID="{1BEBA0CF-545D-4B63-9E0A-BBFC49BD7723}" presName="spaceRect" presStyleCnt="0"/>
      <dgm:spPr/>
    </dgm:pt>
    <dgm:pt modelId="{B71588D7-6D82-4F8D-8A7B-37954EC18C25}" type="pres">
      <dgm:prSet presAssocID="{1BEBA0CF-545D-4B63-9E0A-BBFC49BD7723}" presName="textRect" presStyleLbl="revTx" presStyleIdx="1" presStyleCnt="4">
        <dgm:presLayoutVars>
          <dgm:chMax val="1"/>
          <dgm:chPref val="1"/>
        </dgm:presLayoutVars>
      </dgm:prSet>
      <dgm:spPr/>
    </dgm:pt>
    <dgm:pt modelId="{443F6384-CBCB-4F93-B0E0-6FC3D88214D0}" type="pres">
      <dgm:prSet presAssocID="{1943E20C-0C67-46CD-BDE0-C21D4D54DD05}" presName="sibTrans" presStyleCnt="0"/>
      <dgm:spPr/>
    </dgm:pt>
    <dgm:pt modelId="{61156F69-22BD-472E-B5D6-897108D5A52E}" type="pres">
      <dgm:prSet presAssocID="{5B4F69E1-C54F-4AA0-9BED-5E83B19CD16A}" presName="compNode" presStyleCnt="0"/>
      <dgm:spPr/>
    </dgm:pt>
    <dgm:pt modelId="{CFA999E8-B221-4132-BD25-47788F1855BC}" type="pres">
      <dgm:prSet presAssocID="{5B4F69E1-C54F-4AA0-9BED-5E83B19CD16A}" presName="iconBgRect" presStyleLbl="bgShp" presStyleIdx="2" presStyleCnt="4"/>
      <dgm:spPr/>
    </dgm:pt>
    <dgm:pt modelId="{56D4041C-CBDA-451C-A080-251B81AC4279}" type="pres">
      <dgm:prSet presAssocID="{5B4F69E1-C54F-4AA0-9BED-5E83B19CD1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1C2E566-152B-4ECE-993D-E5A4BEC6B409}" type="pres">
      <dgm:prSet presAssocID="{5B4F69E1-C54F-4AA0-9BED-5E83B19CD16A}" presName="spaceRect" presStyleCnt="0"/>
      <dgm:spPr/>
    </dgm:pt>
    <dgm:pt modelId="{45567C12-4EBB-428D-AD29-B432C8B21ED1}" type="pres">
      <dgm:prSet presAssocID="{5B4F69E1-C54F-4AA0-9BED-5E83B19CD16A}" presName="textRect" presStyleLbl="revTx" presStyleIdx="2" presStyleCnt="4">
        <dgm:presLayoutVars>
          <dgm:chMax val="1"/>
          <dgm:chPref val="1"/>
        </dgm:presLayoutVars>
      </dgm:prSet>
      <dgm:spPr/>
    </dgm:pt>
    <dgm:pt modelId="{CAF21597-8371-493E-B9B2-2287E1C96A2B}" type="pres">
      <dgm:prSet presAssocID="{F17C5DD9-D247-4B3C-AF99-4E526B406692}" presName="sibTrans" presStyleCnt="0"/>
      <dgm:spPr/>
    </dgm:pt>
    <dgm:pt modelId="{3F96FC90-3F62-40C6-9712-B8CFAD148A58}" type="pres">
      <dgm:prSet presAssocID="{FB1AE23F-F861-4FB5-8CFF-4E04A7104F39}" presName="compNode" presStyleCnt="0"/>
      <dgm:spPr/>
    </dgm:pt>
    <dgm:pt modelId="{0FA74310-9150-41D3-A59C-09964A7FC085}" type="pres">
      <dgm:prSet presAssocID="{FB1AE23F-F861-4FB5-8CFF-4E04A7104F39}" presName="iconBgRect" presStyleLbl="bgShp" presStyleIdx="3" presStyleCnt="4"/>
      <dgm:spPr/>
    </dgm:pt>
    <dgm:pt modelId="{C1D7819B-014F-447E-941C-5FC045E51AFE}" type="pres">
      <dgm:prSet presAssocID="{FB1AE23F-F861-4FB5-8CFF-4E04A7104F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B5274B4-F6D9-4605-88F7-A0A9FFC6EC41}" type="pres">
      <dgm:prSet presAssocID="{FB1AE23F-F861-4FB5-8CFF-4E04A7104F39}" presName="spaceRect" presStyleCnt="0"/>
      <dgm:spPr/>
    </dgm:pt>
    <dgm:pt modelId="{3B13B47A-DA7D-4265-9E1B-DE3F92216F55}" type="pres">
      <dgm:prSet presAssocID="{FB1AE23F-F861-4FB5-8CFF-4E04A7104F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F6C4100-EC45-4052-BEFA-A8028EFA41FD}" srcId="{A6299FA5-72A3-427D-9A48-986E348F1C5A}" destId="{5B4F69E1-C54F-4AA0-9BED-5E83B19CD16A}" srcOrd="2" destOrd="0" parTransId="{53BDAA53-7F5D-4E78-8277-E6735F5FB857}" sibTransId="{F17C5DD9-D247-4B3C-AF99-4E526B406692}"/>
    <dgm:cxn modelId="{FD28093C-4E0E-4BA3-BD29-8D2AF208F1D9}" type="presOf" srcId="{5B4F69E1-C54F-4AA0-9BED-5E83B19CD16A}" destId="{45567C12-4EBB-428D-AD29-B432C8B21ED1}" srcOrd="0" destOrd="0" presId="urn:microsoft.com/office/officeart/2018/5/layout/IconCircleLabelList"/>
    <dgm:cxn modelId="{70B39442-47B1-4FB8-AFF4-CBDDA1D0E881}" type="presOf" srcId="{1BEBA0CF-545D-4B63-9E0A-BBFC49BD7723}" destId="{B71588D7-6D82-4F8D-8A7B-37954EC18C25}" srcOrd="0" destOrd="0" presId="urn:microsoft.com/office/officeart/2018/5/layout/IconCircleLabelList"/>
    <dgm:cxn modelId="{C602B445-4F1C-46F7-A732-3E85D43CCD30}" srcId="{A6299FA5-72A3-427D-9A48-986E348F1C5A}" destId="{FB1AE23F-F861-4FB5-8CFF-4E04A7104F39}" srcOrd="3" destOrd="0" parTransId="{900FB9A0-86A1-4887-AB6D-B7EE1EE0B0D4}" sibTransId="{7A399EE9-DC7B-497D-A303-DD655A3AAEB0}"/>
    <dgm:cxn modelId="{7AF78973-37C8-407E-9785-F317E45E91C7}" type="presOf" srcId="{A6299FA5-72A3-427D-9A48-986E348F1C5A}" destId="{86113EBD-CA26-4B90-9D9B-2EE4676C3CA0}" srcOrd="0" destOrd="0" presId="urn:microsoft.com/office/officeart/2018/5/layout/IconCircleLabelList"/>
    <dgm:cxn modelId="{8451F4A5-57A9-4D25-B6B0-CB0DD3888EBA}" srcId="{A6299FA5-72A3-427D-9A48-986E348F1C5A}" destId="{98C813E3-C26F-4233-B9AC-B4F227C43387}" srcOrd="0" destOrd="0" parTransId="{5AA4AB6D-7FE0-4D0A-9B52-D78C2E15AA37}" sibTransId="{79AF3A2F-A090-497A-B1EF-6DAFD8B1607B}"/>
    <dgm:cxn modelId="{D74A74AC-C7CA-42F2-B5A1-D174DA00D300}" srcId="{A6299FA5-72A3-427D-9A48-986E348F1C5A}" destId="{1BEBA0CF-545D-4B63-9E0A-BBFC49BD7723}" srcOrd="1" destOrd="0" parTransId="{5071578A-4DEB-4854-A92B-2CFC94EEA9BF}" sibTransId="{1943E20C-0C67-46CD-BDE0-C21D4D54DD05}"/>
    <dgm:cxn modelId="{847DB5E0-D6C0-4400-AF09-210AE0734DAE}" type="presOf" srcId="{98C813E3-C26F-4233-B9AC-B4F227C43387}" destId="{6A8F8374-0E00-4F80-9407-0BDEB1300F15}" srcOrd="0" destOrd="0" presId="urn:microsoft.com/office/officeart/2018/5/layout/IconCircleLabelList"/>
    <dgm:cxn modelId="{BB75E6F1-2004-42AF-9DE5-1472F080D805}" type="presOf" srcId="{FB1AE23F-F861-4FB5-8CFF-4E04A7104F39}" destId="{3B13B47A-DA7D-4265-9E1B-DE3F92216F55}" srcOrd="0" destOrd="0" presId="urn:microsoft.com/office/officeart/2018/5/layout/IconCircleLabelList"/>
    <dgm:cxn modelId="{4BB90DD7-C3D3-4D2B-8A2E-876AD7C1DC01}" type="presParOf" srcId="{86113EBD-CA26-4B90-9D9B-2EE4676C3CA0}" destId="{9DBCB1F6-E91D-486D-A2B4-1056CEAEF421}" srcOrd="0" destOrd="0" presId="urn:microsoft.com/office/officeart/2018/5/layout/IconCircleLabelList"/>
    <dgm:cxn modelId="{AABD1B01-1BBF-4948-9C0B-C441E0031AFF}" type="presParOf" srcId="{9DBCB1F6-E91D-486D-A2B4-1056CEAEF421}" destId="{A122E329-4A8D-4295-B85C-DBB5F88DA266}" srcOrd="0" destOrd="0" presId="urn:microsoft.com/office/officeart/2018/5/layout/IconCircleLabelList"/>
    <dgm:cxn modelId="{88707BEA-778E-4B3F-B91D-E4FD67667B28}" type="presParOf" srcId="{9DBCB1F6-E91D-486D-A2B4-1056CEAEF421}" destId="{D143EC11-E062-4DEB-BE13-D79F8E7B9D14}" srcOrd="1" destOrd="0" presId="urn:microsoft.com/office/officeart/2018/5/layout/IconCircleLabelList"/>
    <dgm:cxn modelId="{09F195F9-5C54-45C0-8234-9532E9C53658}" type="presParOf" srcId="{9DBCB1F6-E91D-486D-A2B4-1056CEAEF421}" destId="{F71B6EFD-1BF3-42FF-922E-8D30D022DE30}" srcOrd="2" destOrd="0" presId="urn:microsoft.com/office/officeart/2018/5/layout/IconCircleLabelList"/>
    <dgm:cxn modelId="{FCE80D86-95A4-4154-9DC0-BE546B66AABC}" type="presParOf" srcId="{9DBCB1F6-E91D-486D-A2B4-1056CEAEF421}" destId="{6A8F8374-0E00-4F80-9407-0BDEB1300F15}" srcOrd="3" destOrd="0" presId="urn:microsoft.com/office/officeart/2018/5/layout/IconCircleLabelList"/>
    <dgm:cxn modelId="{E9B79877-AF6F-413A-BD5C-7186C97E044D}" type="presParOf" srcId="{86113EBD-CA26-4B90-9D9B-2EE4676C3CA0}" destId="{B807A4C0-EFEA-40BC-9F3B-AB89716F5F98}" srcOrd="1" destOrd="0" presId="urn:microsoft.com/office/officeart/2018/5/layout/IconCircleLabelList"/>
    <dgm:cxn modelId="{C3BB9DED-A296-4BCA-B19A-8022212328E5}" type="presParOf" srcId="{86113EBD-CA26-4B90-9D9B-2EE4676C3CA0}" destId="{724F77CB-88F4-4EB3-803A-36F8FC5B75AC}" srcOrd="2" destOrd="0" presId="urn:microsoft.com/office/officeart/2018/5/layout/IconCircleLabelList"/>
    <dgm:cxn modelId="{2726746A-9F2F-4337-A8C7-FF9C96CA2720}" type="presParOf" srcId="{724F77CB-88F4-4EB3-803A-36F8FC5B75AC}" destId="{F099A648-1A4D-4BDE-885A-7B94DBF1551D}" srcOrd="0" destOrd="0" presId="urn:microsoft.com/office/officeart/2018/5/layout/IconCircleLabelList"/>
    <dgm:cxn modelId="{25F62CE9-6CB2-4732-9794-F4C9E2E4DDF1}" type="presParOf" srcId="{724F77CB-88F4-4EB3-803A-36F8FC5B75AC}" destId="{ABFD67E6-CB33-44D0-B411-6E55BD09D29E}" srcOrd="1" destOrd="0" presId="urn:microsoft.com/office/officeart/2018/5/layout/IconCircleLabelList"/>
    <dgm:cxn modelId="{CA693E68-6215-4867-8CF1-7D8357730351}" type="presParOf" srcId="{724F77CB-88F4-4EB3-803A-36F8FC5B75AC}" destId="{7598EEEA-6261-42EB-B808-A3BF55EC3508}" srcOrd="2" destOrd="0" presId="urn:microsoft.com/office/officeart/2018/5/layout/IconCircleLabelList"/>
    <dgm:cxn modelId="{3254056F-56D6-4789-A5C0-023E01D6FB08}" type="presParOf" srcId="{724F77CB-88F4-4EB3-803A-36F8FC5B75AC}" destId="{B71588D7-6D82-4F8D-8A7B-37954EC18C25}" srcOrd="3" destOrd="0" presId="urn:microsoft.com/office/officeart/2018/5/layout/IconCircleLabelList"/>
    <dgm:cxn modelId="{48945D75-DDAF-4EAE-82EC-4E6B0FCB30E4}" type="presParOf" srcId="{86113EBD-CA26-4B90-9D9B-2EE4676C3CA0}" destId="{443F6384-CBCB-4F93-B0E0-6FC3D88214D0}" srcOrd="3" destOrd="0" presId="urn:microsoft.com/office/officeart/2018/5/layout/IconCircleLabelList"/>
    <dgm:cxn modelId="{AA1DD9B2-39D4-40DE-B9D1-339EB02F08E3}" type="presParOf" srcId="{86113EBD-CA26-4B90-9D9B-2EE4676C3CA0}" destId="{61156F69-22BD-472E-B5D6-897108D5A52E}" srcOrd="4" destOrd="0" presId="urn:microsoft.com/office/officeart/2018/5/layout/IconCircleLabelList"/>
    <dgm:cxn modelId="{DEB488F0-8CAD-4ABF-B402-DB582DA5FA3A}" type="presParOf" srcId="{61156F69-22BD-472E-B5D6-897108D5A52E}" destId="{CFA999E8-B221-4132-BD25-47788F1855BC}" srcOrd="0" destOrd="0" presId="urn:microsoft.com/office/officeart/2018/5/layout/IconCircleLabelList"/>
    <dgm:cxn modelId="{AD9AD97E-460B-40C5-8FAC-FCEB89D0A029}" type="presParOf" srcId="{61156F69-22BD-472E-B5D6-897108D5A52E}" destId="{56D4041C-CBDA-451C-A080-251B81AC4279}" srcOrd="1" destOrd="0" presId="urn:microsoft.com/office/officeart/2018/5/layout/IconCircleLabelList"/>
    <dgm:cxn modelId="{0F76C03D-283F-46E5-975E-5FA1367F7154}" type="presParOf" srcId="{61156F69-22BD-472E-B5D6-897108D5A52E}" destId="{91C2E566-152B-4ECE-993D-E5A4BEC6B409}" srcOrd="2" destOrd="0" presId="urn:microsoft.com/office/officeart/2018/5/layout/IconCircleLabelList"/>
    <dgm:cxn modelId="{412A3735-CEC4-4C47-8EFF-FFCD3B5380B5}" type="presParOf" srcId="{61156F69-22BD-472E-B5D6-897108D5A52E}" destId="{45567C12-4EBB-428D-AD29-B432C8B21ED1}" srcOrd="3" destOrd="0" presId="urn:microsoft.com/office/officeart/2018/5/layout/IconCircleLabelList"/>
    <dgm:cxn modelId="{2A1322CA-5856-4CA7-9AAA-6C1451842DB1}" type="presParOf" srcId="{86113EBD-CA26-4B90-9D9B-2EE4676C3CA0}" destId="{CAF21597-8371-493E-B9B2-2287E1C96A2B}" srcOrd="5" destOrd="0" presId="urn:microsoft.com/office/officeart/2018/5/layout/IconCircleLabelList"/>
    <dgm:cxn modelId="{7465AEEA-0492-4D96-8037-10C5D9D65099}" type="presParOf" srcId="{86113EBD-CA26-4B90-9D9B-2EE4676C3CA0}" destId="{3F96FC90-3F62-40C6-9712-B8CFAD148A58}" srcOrd="6" destOrd="0" presId="urn:microsoft.com/office/officeart/2018/5/layout/IconCircleLabelList"/>
    <dgm:cxn modelId="{2DF69468-35C0-4CB5-80E8-A885209F4789}" type="presParOf" srcId="{3F96FC90-3F62-40C6-9712-B8CFAD148A58}" destId="{0FA74310-9150-41D3-A59C-09964A7FC085}" srcOrd="0" destOrd="0" presId="urn:microsoft.com/office/officeart/2018/5/layout/IconCircleLabelList"/>
    <dgm:cxn modelId="{15014434-77A6-49DE-B524-DEDC75790224}" type="presParOf" srcId="{3F96FC90-3F62-40C6-9712-B8CFAD148A58}" destId="{C1D7819B-014F-447E-941C-5FC045E51AFE}" srcOrd="1" destOrd="0" presId="urn:microsoft.com/office/officeart/2018/5/layout/IconCircleLabelList"/>
    <dgm:cxn modelId="{77643B75-173A-489C-9A50-C8DEABE5CF89}" type="presParOf" srcId="{3F96FC90-3F62-40C6-9712-B8CFAD148A58}" destId="{DB5274B4-F6D9-4605-88F7-A0A9FFC6EC41}" srcOrd="2" destOrd="0" presId="urn:microsoft.com/office/officeart/2018/5/layout/IconCircleLabelList"/>
    <dgm:cxn modelId="{7E50C3DC-501B-4831-9C67-C4A238CD3334}" type="presParOf" srcId="{3F96FC90-3F62-40C6-9712-B8CFAD148A58}" destId="{3B13B47A-DA7D-4265-9E1B-DE3F92216F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2C062A-271A-4E04-9BED-C12576FB9B84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B042D83-BDF3-48C9-92FE-B3C3D397F27D}">
      <dgm:prSet/>
      <dgm:spPr/>
      <dgm:t>
        <a:bodyPr/>
        <a:lstStyle/>
        <a:p>
          <a:r>
            <a:rPr lang="en-US"/>
            <a:t>• Add more customer behavioral data</a:t>
          </a:r>
        </a:p>
      </dgm:t>
    </dgm:pt>
    <dgm:pt modelId="{016F438C-D73F-444E-A979-8CDAF61C130E}" type="parTrans" cxnId="{6B990341-70D3-47D1-93D9-4076B7E20007}">
      <dgm:prSet/>
      <dgm:spPr/>
      <dgm:t>
        <a:bodyPr/>
        <a:lstStyle/>
        <a:p>
          <a:endParaRPr lang="en-US"/>
        </a:p>
      </dgm:t>
    </dgm:pt>
    <dgm:pt modelId="{027C9986-96A6-4C86-B000-84E440FC8FDB}" type="sibTrans" cxnId="{6B990341-70D3-47D1-93D9-4076B7E20007}">
      <dgm:prSet/>
      <dgm:spPr/>
      <dgm:t>
        <a:bodyPr/>
        <a:lstStyle/>
        <a:p>
          <a:endParaRPr lang="en-US"/>
        </a:p>
      </dgm:t>
    </dgm:pt>
    <dgm:pt modelId="{60E1CE35-25A3-420E-9179-D485C55A4EA1}">
      <dgm:prSet/>
      <dgm:spPr/>
      <dgm:t>
        <a:bodyPr/>
        <a:lstStyle/>
        <a:p>
          <a:r>
            <a:rPr lang="en-US"/>
            <a:t>• Test Gradient Boosting models</a:t>
          </a:r>
        </a:p>
      </dgm:t>
    </dgm:pt>
    <dgm:pt modelId="{22E3FEB2-D86F-4702-ABA4-55EDFD7B499E}" type="parTrans" cxnId="{EC9931A0-9538-477F-9ACD-FC8F463FA5BA}">
      <dgm:prSet/>
      <dgm:spPr/>
      <dgm:t>
        <a:bodyPr/>
        <a:lstStyle/>
        <a:p>
          <a:endParaRPr lang="en-US"/>
        </a:p>
      </dgm:t>
    </dgm:pt>
    <dgm:pt modelId="{54BE0B7A-C5C1-47DC-BD75-FD663E22F78A}" type="sibTrans" cxnId="{EC9931A0-9538-477F-9ACD-FC8F463FA5BA}">
      <dgm:prSet/>
      <dgm:spPr/>
      <dgm:t>
        <a:bodyPr/>
        <a:lstStyle/>
        <a:p>
          <a:endParaRPr lang="en-US"/>
        </a:p>
      </dgm:t>
    </dgm:pt>
    <dgm:pt modelId="{AC9E7DD5-BFC4-4CD2-990F-3BB7A15E2B85}">
      <dgm:prSet/>
      <dgm:spPr/>
      <dgm:t>
        <a:bodyPr/>
        <a:lstStyle/>
        <a:p>
          <a:r>
            <a:rPr lang="en-US"/>
            <a:t>• Implement SHAP for explainability</a:t>
          </a:r>
        </a:p>
      </dgm:t>
    </dgm:pt>
    <dgm:pt modelId="{1629E219-F90A-4936-91FA-2FFBF9EFB6E4}" type="parTrans" cxnId="{54522854-9F25-48D3-AFD4-D5464DDFC737}">
      <dgm:prSet/>
      <dgm:spPr/>
      <dgm:t>
        <a:bodyPr/>
        <a:lstStyle/>
        <a:p>
          <a:endParaRPr lang="en-US"/>
        </a:p>
      </dgm:t>
    </dgm:pt>
    <dgm:pt modelId="{15EBF35C-ECF8-483C-B3CF-7E811F1F9A54}" type="sibTrans" cxnId="{54522854-9F25-48D3-AFD4-D5464DDFC737}">
      <dgm:prSet/>
      <dgm:spPr/>
      <dgm:t>
        <a:bodyPr/>
        <a:lstStyle/>
        <a:p>
          <a:endParaRPr lang="en-US"/>
        </a:p>
      </dgm:t>
    </dgm:pt>
    <dgm:pt modelId="{5A50DF2F-4A23-45B8-BDB1-4C513AEAE2B2}">
      <dgm:prSet/>
      <dgm:spPr/>
      <dgm:t>
        <a:bodyPr/>
        <a:lstStyle/>
        <a:p>
          <a:r>
            <a:rPr lang="en-US"/>
            <a:t>• Deploy model into CRM system</a:t>
          </a:r>
        </a:p>
      </dgm:t>
    </dgm:pt>
    <dgm:pt modelId="{0235CF27-297D-4972-B394-7796E230ECB1}" type="parTrans" cxnId="{DB7B4635-F3AB-42FE-9791-7C61951ABF63}">
      <dgm:prSet/>
      <dgm:spPr/>
      <dgm:t>
        <a:bodyPr/>
        <a:lstStyle/>
        <a:p>
          <a:endParaRPr lang="en-US"/>
        </a:p>
      </dgm:t>
    </dgm:pt>
    <dgm:pt modelId="{DA3C3668-35B6-4855-BAA0-2739CB18335E}" type="sibTrans" cxnId="{DB7B4635-F3AB-42FE-9791-7C61951ABF63}">
      <dgm:prSet/>
      <dgm:spPr/>
      <dgm:t>
        <a:bodyPr/>
        <a:lstStyle/>
        <a:p>
          <a:endParaRPr lang="en-US"/>
        </a:p>
      </dgm:t>
    </dgm:pt>
    <dgm:pt modelId="{92024E09-8266-4413-A035-7B1BB075F96C}" type="pres">
      <dgm:prSet presAssocID="{9B2C062A-271A-4E04-9BED-C12576FB9B84}" presName="linear" presStyleCnt="0">
        <dgm:presLayoutVars>
          <dgm:dir/>
          <dgm:animLvl val="lvl"/>
          <dgm:resizeHandles val="exact"/>
        </dgm:presLayoutVars>
      </dgm:prSet>
      <dgm:spPr/>
    </dgm:pt>
    <dgm:pt modelId="{A3C17B74-7EEF-4FC1-9EEC-5F2E33515D74}" type="pres">
      <dgm:prSet presAssocID="{2B042D83-BDF3-48C9-92FE-B3C3D397F27D}" presName="parentLin" presStyleCnt="0"/>
      <dgm:spPr/>
    </dgm:pt>
    <dgm:pt modelId="{065A10A5-4A48-4325-8AAB-EAD15C5F8006}" type="pres">
      <dgm:prSet presAssocID="{2B042D83-BDF3-48C9-92FE-B3C3D397F27D}" presName="parentLeftMargin" presStyleLbl="node1" presStyleIdx="0" presStyleCnt="4"/>
      <dgm:spPr/>
    </dgm:pt>
    <dgm:pt modelId="{1924D629-0E44-4165-B97B-C2EB7A276E44}" type="pres">
      <dgm:prSet presAssocID="{2B042D83-BDF3-48C9-92FE-B3C3D397F2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0BF0E3-496B-482F-B875-FD05BD543F8A}" type="pres">
      <dgm:prSet presAssocID="{2B042D83-BDF3-48C9-92FE-B3C3D397F27D}" presName="negativeSpace" presStyleCnt="0"/>
      <dgm:spPr/>
    </dgm:pt>
    <dgm:pt modelId="{4D44BCA0-7CFB-4D9D-8FFF-129C241E6D64}" type="pres">
      <dgm:prSet presAssocID="{2B042D83-BDF3-48C9-92FE-B3C3D397F27D}" presName="childText" presStyleLbl="conFgAcc1" presStyleIdx="0" presStyleCnt="4">
        <dgm:presLayoutVars>
          <dgm:bulletEnabled val="1"/>
        </dgm:presLayoutVars>
      </dgm:prSet>
      <dgm:spPr/>
    </dgm:pt>
    <dgm:pt modelId="{FE00E593-7A64-4843-BC0E-4D8F34DBD442}" type="pres">
      <dgm:prSet presAssocID="{027C9986-96A6-4C86-B000-84E440FC8FDB}" presName="spaceBetweenRectangles" presStyleCnt="0"/>
      <dgm:spPr/>
    </dgm:pt>
    <dgm:pt modelId="{059B634E-A518-4603-921C-FF6880CCD028}" type="pres">
      <dgm:prSet presAssocID="{60E1CE35-25A3-420E-9179-D485C55A4EA1}" presName="parentLin" presStyleCnt="0"/>
      <dgm:spPr/>
    </dgm:pt>
    <dgm:pt modelId="{DCD1074D-2264-4CA3-9DA5-4A541EEEE985}" type="pres">
      <dgm:prSet presAssocID="{60E1CE35-25A3-420E-9179-D485C55A4EA1}" presName="parentLeftMargin" presStyleLbl="node1" presStyleIdx="0" presStyleCnt="4"/>
      <dgm:spPr/>
    </dgm:pt>
    <dgm:pt modelId="{ACC88C8A-A591-413C-AF3E-ECDEF6FF0EC8}" type="pres">
      <dgm:prSet presAssocID="{60E1CE35-25A3-420E-9179-D485C55A4E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78E381-DB85-41A4-A2AF-48D2FDC11B98}" type="pres">
      <dgm:prSet presAssocID="{60E1CE35-25A3-420E-9179-D485C55A4EA1}" presName="negativeSpace" presStyleCnt="0"/>
      <dgm:spPr/>
    </dgm:pt>
    <dgm:pt modelId="{0531AA40-C8B1-423D-89B3-5EEDDF58BE7A}" type="pres">
      <dgm:prSet presAssocID="{60E1CE35-25A3-420E-9179-D485C55A4EA1}" presName="childText" presStyleLbl="conFgAcc1" presStyleIdx="1" presStyleCnt="4">
        <dgm:presLayoutVars>
          <dgm:bulletEnabled val="1"/>
        </dgm:presLayoutVars>
      </dgm:prSet>
      <dgm:spPr/>
    </dgm:pt>
    <dgm:pt modelId="{CFA7B92F-2472-4C1D-8CBC-0B7EAB00E46F}" type="pres">
      <dgm:prSet presAssocID="{54BE0B7A-C5C1-47DC-BD75-FD663E22F78A}" presName="spaceBetweenRectangles" presStyleCnt="0"/>
      <dgm:spPr/>
    </dgm:pt>
    <dgm:pt modelId="{D3E5D64F-15DA-485A-9C5B-A42857F017D2}" type="pres">
      <dgm:prSet presAssocID="{AC9E7DD5-BFC4-4CD2-990F-3BB7A15E2B85}" presName="parentLin" presStyleCnt="0"/>
      <dgm:spPr/>
    </dgm:pt>
    <dgm:pt modelId="{B7012990-8F02-48EB-9ED4-0372E0929CB8}" type="pres">
      <dgm:prSet presAssocID="{AC9E7DD5-BFC4-4CD2-990F-3BB7A15E2B85}" presName="parentLeftMargin" presStyleLbl="node1" presStyleIdx="1" presStyleCnt="4"/>
      <dgm:spPr/>
    </dgm:pt>
    <dgm:pt modelId="{368F8A05-1B56-4336-A772-C231423C37A1}" type="pres">
      <dgm:prSet presAssocID="{AC9E7DD5-BFC4-4CD2-990F-3BB7A15E2B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123719-D93B-4813-9B60-7707C5304D1D}" type="pres">
      <dgm:prSet presAssocID="{AC9E7DD5-BFC4-4CD2-990F-3BB7A15E2B85}" presName="negativeSpace" presStyleCnt="0"/>
      <dgm:spPr/>
    </dgm:pt>
    <dgm:pt modelId="{93A49D6C-CB2E-4619-B17A-1D250904D2F4}" type="pres">
      <dgm:prSet presAssocID="{AC9E7DD5-BFC4-4CD2-990F-3BB7A15E2B85}" presName="childText" presStyleLbl="conFgAcc1" presStyleIdx="2" presStyleCnt="4">
        <dgm:presLayoutVars>
          <dgm:bulletEnabled val="1"/>
        </dgm:presLayoutVars>
      </dgm:prSet>
      <dgm:spPr/>
    </dgm:pt>
    <dgm:pt modelId="{A7ECF85F-55F9-43B3-B07E-82856B214212}" type="pres">
      <dgm:prSet presAssocID="{15EBF35C-ECF8-483C-B3CF-7E811F1F9A54}" presName="spaceBetweenRectangles" presStyleCnt="0"/>
      <dgm:spPr/>
    </dgm:pt>
    <dgm:pt modelId="{AD47F193-0DC5-4647-8DE0-F6E149434ECE}" type="pres">
      <dgm:prSet presAssocID="{5A50DF2F-4A23-45B8-BDB1-4C513AEAE2B2}" presName="parentLin" presStyleCnt="0"/>
      <dgm:spPr/>
    </dgm:pt>
    <dgm:pt modelId="{43ADD7E1-BED3-4468-9430-7AE321AAE4A1}" type="pres">
      <dgm:prSet presAssocID="{5A50DF2F-4A23-45B8-BDB1-4C513AEAE2B2}" presName="parentLeftMargin" presStyleLbl="node1" presStyleIdx="2" presStyleCnt="4"/>
      <dgm:spPr/>
    </dgm:pt>
    <dgm:pt modelId="{31BC9530-51F4-4F3E-8974-5D9D3F3E3B84}" type="pres">
      <dgm:prSet presAssocID="{5A50DF2F-4A23-45B8-BDB1-4C513AEAE2B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D703AF4-11F1-489A-8FAC-82012ABAD548}" type="pres">
      <dgm:prSet presAssocID="{5A50DF2F-4A23-45B8-BDB1-4C513AEAE2B2}" presName="negativeSpace" presStyleCnt="0"/>
      <dgm:spPr/>
    </dgm:pt>
    <dgm:pt modelId="{7E8FBA42-D4F9-4678-9262-27C400974F43}" type="pres">
      <dgm:prSet presAssocID="{5A50DF2F-4A23-45B8-BDB1-4C513AEAE2B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B7B4635-F3AB-42FE-9791-7C61951ABF63}" srcId="{9B2C062A-271A-4E04-9BED-C12576FB9B84}" destId="{5A50DF2F-4A23-45B8-BDB1-4C513AEAE2B2}" srcOrd="3" destOrd="0" parTransId="{0235CF27-297D-4972-B394-7796E230ECB1}" sibTransId="{DA3C3668-35B6-4855-BAA0-2739CB18335E}"/>
    <dgm:cxn modelId="{6B990341-70D3-47D1-93D9-4076B7E20007}" srcId="{9B2C062A-271A-4E04-9BED-C12576FB9B84}" destId="{2B042D83-BDF3-48C9-92FE-B3C3D397F27D}" srcOrd="0" destOrd="0" parTransId="{016F438C-D73F-444E-A979-8CDAF61C130E}" sibTransId="{027C9986-96A6-4C86-B000-84E440FC8FDB}"/>
    <dgm:cxn modelId="{E1159261-87EF-4BBD-9833-4DF96F1DFF86}" type="presOf" srcId="{2B042D83-BDF3-48C9-92FE-B3C3D397F27D}" destId="{065A10A5-4A48-4325-8AAB-EAD15C5F8006}" srcOrd="0" destOrd="0" presId="urn:microsoft.com/office/officeart/2005/8/layout/list1"/>
    <dgm:cxn modelId="{54522854-9F25-48D3-AFD4-D5464DDFC737}" srcId="{9B2C062A-271A-4E04-9BED-C12576FB9B84}" destId="{AC9E7DD5-BFC4-4CD2-990F-3BB7A15E2B85}" srcOrd="2" destOrd="0" parTransId="{1629E219-F90A-4936-91FA-2FFBF9EFB6E4}" sibTransId="{15EBF35C-ECF8-483C-B3CF-7E811F1F9A54}"/>
    <dgm:cxn modelId="{26AC4775-C9DA-43B8-9620-EB4D5CB62389}" type="presOf" srcId="{AC9E7DD5-BFC4-4CD2-990F-3BB7A15E2B85}" destId="{B7012990-8F02-48EB-9ED4-0372E0929CB8}" srcOrd="0" destOrd="0" presId="urn:microsoft.com/office/officeart/2005/8/layout/list1"/>
    <dgm:cxn modelId="{FE2D5390-F405-4B1C-811D-09C9F3AC3AE4}" type="presOf" srcId="{5A50DF2F-4A23-45B8-BDB1-4C513AEAE2B2}" destId="{43ADD7E1-BED3-4468-9430-7AE321AAE4A1}" srcOrd="0" destOrd="0" presId="urn:microsoft.com/office/officeart/2005/8/layout/list1"/>
    <dgm:cxn modelId="{EC9931A0-9538-477F-9ACD-FC8F463FA5BA}" srcId="{9B2C062A-271A-4E04-9BED-C12576FB9B84}" destId="{60E1CE35-25A3-420E-9179-D485C55A4EA1}" srcOrd="1" destOrd="0" parTransId="{22E3FEB2-D86F-4702-ABA4-55EDFD7B499E}" sibTransId="{54BE0B7A-C5C1-47DC-BD75-FD663E22F78A}"/>
    <dgm:cxn modelId="{9DDF90AB-3047-455A-8138-F77D01EFB757}" type="presOf" srcId="{2B042D83-BDF3-48C9-92FE-B3C3D397F27D}" destId="{1924D629-0E44-4165-B97B-C2EB7A276E44}" srcOrd="1" destOrd="0" presId="urn:microsoft.com/office/officeart/2005/8/layout/list1"/>
    <dgm:cxn modelId="{2DECB5AB-756D-4B57-9F68-97D42C1746AD}" type="presOf" srcId="{5A50DF2F-4A23-45B8-BDB1-4C513AEAE2B2}" destId="{31BC9530-51F4-4F3E-8974-5D9D3F3E3B84}" srcOrd="1" destOrd="0" presId="urn:microsoft.com/office/officeart/2005/8/layout/list1"/>
    <dgm:cxn modelId="{5B2C18C6-15DE-4783-8784-407E009CFDBB}" type="presOf" srcId="{60E1CE35-25A3-420E-9179-D485C55A4EA1}" destId="{ACC88C8A-A591-413C-AF3E-ECDEF6FF0EC8}" srcOrd="1" destOrd="0" presId="urn:microsoft.com/office/officeart/2005/8/layout/list1"/>
    <dgm:cxn modelId="{3A599AD6-4EE4-47FE-B8BA-DF60B477DC6E}" type="presOf" srcId="{AC9E7DD5-BFC4-4CD2-990F-3BB7A15E2B85}" destId="{368F8A05-1B56-4336-A772-C231423C37A1}" srcOrd="1" destOrd="0" presId="urn:microsoft.com/office/officeart/2005/8/layout/list1"/>
    <dgm:cxn modelId="{452DEEE1-E6A0-48C0-A18C-E185EEE94A36}" type="presOf" srcId="{9B2C062A-271A-4E04-9BED-C12576FB9B84}" destId="{92024E09-8266-4413-A035-7B1BB075F96C}" srcOrd="0" destOrd="0" presId="urn:microsoft.com/office/officeart/2005/8/layout/list1"/>
    <dgm:cxn modelId="{41C8D1E7-EA19-46B2-A375-F1933E1C0B93}" type="presOf" srcId="{60E1CE35-25A3-420E-9179-D485C55A4EA1}" destId="{DCD1074D-2264-4CA3-9DA5-4A541EEEE985}" srcOrd="0" destOrd="0" presId="urn:microsoft.com/office/officeart/2005/8/layout/list1"/>
    <dgm:cxn modelId="{F22452C5-37AE-42D0-B5A2-A0BC826DE2E1}" type="presParOf" srcId="{92024E09-8266-4413-A035-7B1BB075F96C}" destId="{A3C17B74-7EEF-4FC1-9EEC-5F2E33515D74}" srcOrd="0" destOrd="0" presId="urn:microsoft.com/office/officeart/2005/8/layout/list1"/>
    <dgm:cxn modelId="{FF320CC5-3367-40C6-B4F8-328008A7627D}" type="presParOf" srcId="{A3C17B74-7EEF-4FC1-9EEC-5F2E33515D74}" destId="{065A10A5-4A48-4325-8AAB-EAD15C5F8006}" srcOrd="0" destOrd="0" presId="urn:microsoft.com/office/officeart/2005/8/layout/list1"/>
    <dgm:cxn modelId="{D3C5A9BA-C0C2-4702-B9C7-20DBAB03BB76}" type="presParOf" srcId="{A3C17B74-7EEF-4FC1-9EEC-5F2E33515D74}" destId="{1924D629-0E44-4165-B97B-C2EB7A276E44}" srcOrd="1" destOrd="0" presId="urn:microsoft.com/office/officeart/2005/8/layout/list1"/>
    <dgm:cxn modelId="{3FC4690F-1E06-4E89-BBE6-B4EEE1ADEA71}" type="presParOf" srcId="{92024E09-8266-4413-A035-7B1BB075F96C}" destId="{E00BF0E3-496B-482F-B875-FD05BD543F8A}" srcOrd="1" destOrd="0" presId="urn:microsoft.com/office/officeart/2005/8/layout/list1"/>
    <dgm:cxn modelId="{EFCE0486-171D-44FA-8D3F-7817C7528145}" type="presParOf" srcId="{92024E09-8266-4413-A035-7B1BB075F96C}" destId="{4D44BCA0-7CFB-4D9D-8FFF-129C241E6D64}" srcOrd="2" destOrd="0" presId="urn:microsoft.com/office/officeart/2005/8/layout/list1"/>
    <dgm:cxn modelId="{0634022E-3957-4B35-BE0A-93E63B10DD69}" type="presParOf" srcId="{92024E09-8266-4413-A035-7B1BB075F96C}" destId="{FE00E593-7A64-4843-BC0E-4D8F34DBD442}" srcOrd="3" destOrd="0" presId="urn:microsoft.com/office/officeart/2005/8/layout/list1"/>
    <dgm:cxn modelId="{E06D2C3B-3E06-41D0-BB2B-AE12331531D2}" type="presParOf" srcId="{92024E09-8266-4413-A035-7B1BB075F96C}" destId="{059B634E-A518-4603-921C-FF6880CCD028}" srcOrd="4" destOrd="0" presId="urn:microsoft.com/office/officeart/2005/8/layout/list1"/>
    <dgm:cxn modelId="{8FCC6F00-988E-42AA-81AF-A23098DB98EC}" type="presParOf" srcId="{059B634E-A518-4603-921C-FF6880CCD028}" destId="{DCD1074D-2264-4CA3-9DA5-4A541EEEE985}" srcOrd="0" destOrd="0" presId="urn:microsoft.com/office/officeart/2005/8/layout/list1"/>
    <dgm:cxn modelId="{5D78EA0F-15BF-4EB2-B93E-498EF83D893C}" type="presParOf" srcId="{059B634E-A518-4603-921C-FF6880CCD028}" destId="{ACC88C8A-A591-413C-AF3E-ECDEF6FF0EC8}" srcOrd="1" destOrd="0" presId="urn:microsoft.com/office/officeart/2005/8/layout/list1"/>
    <dgm:cxn modelId="{A8FD1653-43BB-436E-83CB-3606BD430F61}" type="presParOf" srcId="{92024E09-8266-4413-A035-7B1BB075F96C}" destId="{DD78E381-DB85-41A4-A2AF-48D2FDC11B98}" srcOrd="5" destOrd="0" presId="urn:microsoft.com/office/officeart/2005/8/layout/list1"/>
    <dgm:cxn modelId="{F06CD89F-EF30-4C57-AB41-B52B86C6D68F}" type="presParOf" srcId="{92024E09-8266-4413-A035-7B1BB075F96C}" destId="{0531AA40-C8B1-423D-89B3-5EEDDF58BE7A}" srcOrd="6" destOrd="0" presId="urn:microsoft.com/office/officeart/2005/8/layout/list1"/>
    <dgm:cxn modelId="{B12CCA28-98D1-4C74-9FBD-080FFA36C7DD}" type="presParOf" srcId="{92024E09-8266-4413-A035-7B1BB075F96C}" destId="{CFA7B92F-2472-4C1D-8CBC-0B7EAB00E46F}" srcOrd="7" destOrd="0" presId="urn:microsoft.com/office/officeart/2005/8/layout/list1"/>
    <dgm:cxn modelId="{B023AB67-75D0-4A5A-9912-8B74D9C37AB3}" type="presParOf" srcId="{92024E09-8266-4413-A035-7B1BB075F96C}" destId="{D3E5D64F-15DA-485A-9C5B-A42857F017D2}" srcOrd="8" destOrd="0" presId="urn:microsoft.com/office/officeart/2005/8/layout/list1"/>
    <dgm:cxn modelId="{BAE6CAA0-6686-4868-BE37-0E5A05981C8B}" type="presParOf" srcId="{D3E5D64F-15DA-485A-9C5B-A42857F017D2}" destId="{B7012990-8F02-48EB-9ED4-0372E0929CB8}" srcOrd="0" destOrd="0" presId="urn:microsoft.com/office/officeart/2005/8/layout/list1"/>
    <dgm:cxn modelId="{815BBBDC-4FEE-4F00-9EC0-D43739B47542}" type="presParOf" srcId="{D3E5D64F-15DA-485A-9C5B-A42857F017D2}" destId="{368F8A05-1B56-4336-A772-C231423C37A1}" srcOrd="1" destOrd="0" presId="urn:microsoft.com/office/officeart/2005/8/layout/list1"/>
    <dgm:cxn modelId="{5B276BDB-DEC8-4F9E-B0EB-C5B2C5806D65}" type="presParOf" srcId="{92024E09-8266-4413-A035-7B1BB075F96C}" destId="{38123719-D93B-4813-9B60-7707C5304D1D}" srcOrd="9" destOrd="0" presId="urn:microsoft.com/office/officeart/2005/8/layout/list1"/>
    <dgm:cxn modelId="{6AEF6A14-044C-4F59-907A-CF35617777FD}" type="presParOf" srcId="{92024E09-8266-4413-A035-7B1BB075F96C}" destId="{93A49D6C-CB2E-4619-B17A-1D250904D2F4}" srcOrd="10" destOrd="0" presId="urn:microsoft.com/office/officeart/2005/8/layout/list1"/>
    <dgm:cxn modelId="{D13495CB-A695-4CE5-996F-E8DB76A9850B}" type="presParOf" srcId="{92024E09-8266-4413-A035-7B1BB075F96C}" destId="{A7ECF85F-55F9-43B3-B07E-82856B214212}" srcOrd="11" destOrd="0" presId="urn:microsoft.com/office/officeart/2005/8/layout/list1"/>
    <dgm:cxn modelId="{CCC511CD-815B-4DBD-9489-657C740A0160}" type="presParOf" srcId="{92024E09-8266-4413-A035-7B1BB075F96C}" destId="{AD47F193-0DC5-4647-8DE0-F6E149434ECE}" srcOrd="12" destOrd="0" presId="urn:microsoft.com/office/officeart/2005/8/layout/list1"/>
    <dgm:cxn modelId="{BA3F563E-FCD8-4C98-A252-192F0BE654FC}" type="presParOf" srcId="{AD47F193-0DC5-4647-8DE0-F6E149434ECE}" destId="{43ADD7E1-BED3-4468-9430-7AE321AAE4A1}" srcOrd="0" destOrd="0" presId="urn:microsoft.com/office/officeart/2005/8/layout/list1"/>
    <dgm:cxn modelId="{B6AEDA34-4B4F-4860-B0A3-1C5061F6A523}" type="presParOf" srcId="{AD47F193-0DC5-4647-8DE0-F6E149434ECE}" destId="{31BC9530-51F4-4F3E-8974-5D9D3F3E3B84}" srcOrd="1" destOrd="0" presId="urn:microsoft.com/office/officeart/2005/8/layout/list1"/>
    <dgm:cxn modelId="{EC5E7969-F3D8-4E24-B05D-07B968F7BF9E}" type="presParOf" srcId="{92024E09-8266-4413-A035-7B1BB075F96C}" destId="{AD703AF4-11F1-489A-8FAC-82012ABAD548}" srcOrd="13" destOrd="0" presId="urn:microsoft.com/office/officeart/2005/8/layout/list1"/>
    <dgm:cxn modelId="{70C06FDB-6D06-4B5D-8034-7BCE7A1B881E}" type="presParOf" srcId="{92024E09-8266-4413-A035-7B1BB075F96C}" destId="{7E8FBA42-D4F9-4678-9262-27C400974F4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F089DF-11DC-40EE-A78B-5CA2BD5CEB8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93D3DA-5407-48D2-81E3-A74662C7F7AE}">
      <dgm:prSet/>
      <dgm:spPr/>
      <dgm:t>
        <a:bodyPr/>
        <a:lstStyle/>
        <a:p>
          <a:r>
            <a:rPr lang="en-US" dirty="0"/>
            <a:t>Machine learning significantly improves bank marketing efficiency.</a:t>
          </a:r>
        </a:p>
      </dgm:t>
    </dgm:pt>
    <dgm:pt modelId="{82F24FEB-3A4C-4E4A-B97A-C3B236E83DCF}" type="parTrans" cxnId="{E6849655-F0C9-4D4A-BA2D-8EB534F4A9E5}">
      <dgm:prSet/>
      <dgm:spPr/>
      <dgm:t>
        <a:bodyPr/>
        <a:lstStyle/>
        <a:p>
          <a:endParaRPr lang="en-US"/>
        </a:p>
      </dgm:t>
    </dgm:pt>
    <dgm:pt modelId="{9D6FA689-5790-4EBA-99BC-14D123B91326}" type="sibTrans" cxnId="{E6849655-F0C9-4D4A-BA2D-8EB534F4A9E5}">
      <dgm:prSet/>
      <dgm:spPr/>
      <dgm:t>
        <a:bodyPr/>
        <a:lstStyle/>
        <a:p>
          <a:endParaRPr lang="en-US"/>
        </a:p>
      </dgm:t>
    </dgm:pt>
    <dgm:pt modelId="{17F17C83-2295-434C-ACE1-D75495858745}">
      <dgm:prSet/>
      <dgm:spPr/>
      <dgm:t>
        <a:bodyPr/>
        <a:lstStyle/>
        <a:p>
          <a:r>
            <a:rPr lang="en-US" dirty="0"/>
            <a:t>Logistic Regression provides interpretable and business-aligned predictions.</a:t>
          </a:r>
        </a:p>
      </dgm:t>
    </dgm:pt>
    <dgm:pt modelId="{59F8F659-85BD-4444-A904-A68592FF8B82}" type="parTrans" cxnId="{F1569E5A-650C-4EF5-B63F-A12DC3D6CB23}">
      <dgm:prSet/>
      <dgm:spPr/>
      <dgm:t>
        <a:bodyPr/>
        <a:lstStyle/>
        <a:p>
          <a:endParaRPr lang="en-US"/>
        </a:p>
      </dgm:t>
    </dgm:pt>
    <dgm:pt modelId="{8715590D-598D-4B0B-92CF-900BCD4EBAF6}" type="sibTrans" cxnId="{F1569E5A-650C-4EF5-B63F-A12DC3D6CB23}">
      <dgm:prSet/>
      <dgm:spPr/>
      <dgm:t>
        <a:bodyPr/>
        <a:lstStyle/>
        <a:p>
          <a:endParaRPr lang="en-US"/>
        </a:p>
      </dgm:t>
    </dgm:pt>
    <dgm:pt modelId="{CC44DBA3-FE15-4CE5-9F5A-9753C5AF708F}" type="pres">
      <dgm:prSet presAssocID="{EEF089DF-11DC-40EE-A78B-5CA2BD5CEB81}" presName="vert0" presStyleCnt="0">
        <dgm:presLayoutVars>
          <dgm:dir/>
          <dgm:animOne val="branch"/>
          <dgm:animLvl val="lvl"/>
        </dgm:presLayoutVars>
      </dgm:prSet>
      <dgm:spPr/>
    </dgm:pt>
    <dgm:pt modelId="{2CE0967F-3F7D-4092-B201-76C1A6C9E8C2}" type="pres">
      <dgm:prSet presAssocID="{5693D3DA-5407-48D2-81E3-A74662C7F7AE}" presName="thickLine" presStyleLbl="alignNode1" presStyleIdx="0" presStyleCnt="2"/>
      <dgm:spPr/>
    </dgm:pt>
    <dgm:pt modelId="{00DCFEA3-85C2-4EAB-834D-1BDCA6701F38}" type="pres">
      <dgm:prSet presAssocID="{5693D3DA-5407-48D2-81E3-A74662C7F7AE}" presName="horz1" presStyleCnt="0"/>
      <dgm:spPr/>
    </dgm:pt>
    <dgm:pt modelId="{031C360C-096C-465A-BE67-5CEC012EF870}" type="pres">
      <dgm:prSet presAssocID="{5693D3DA-5407-48D2-81E3-A74662C7F7AE}" presName="tx1" presStyleLbl="revTx" presStyleIdx="0" presStyleCnt="2"/>
      <dgm:spPr/>
    </dgm:pt>
    <dgm:pt modelId="{9EC6D45D-1AB8-420D-9C7F-60205BB698C0}" type="pres">
      <dgm:prSet presAssocID="{5693D3DA-5407-48D2-81E3-A74662C7F7AE}" presName="vert1" presStyleCnt="0"/>
      <dgm:spPr/>
    </dgm:pt>
    <dgm:pt modelId="{868B00AF-F8F3-4B03-BCF4-C1E5C14D2960}" type="pres">
      <dgm:prSet presAssocID="{17F17C83-2295-434C-ACE1-D75495858745}" presName="thickLine" presStyleLbl="alignNode1" presStyleIdx="1" presStyleCnt="2"/>
      <dgm:spPr/>
    </dgm:pt>
    <dgm:pt modelId="{21D99284-0B8B-474D-95EE-58FD5951A16D}" type="pres">
      <dgm:prSet presAssocID="{17F17C83-2295-434C-ACE1-D75495858745}" presName="horz1" presStyleCnt="0"/>
      <dgm:spPr/>
    </dgm:pt>
    <dgm:pt modelId="{C789BF03-01DD-428E-AD56-FF0CA74019B6}" type="pres">
      <dgm:prSet presAssocID="{17F17C83-2295-434C-ACE1-D75495858745}" presName="tx1" presStyleLbl="revTx" presStyleIdx="1" presStyleCnt="2"/>
      <dgm:spPr/>
    </dgm:pt>
    <dgm:pt modelId="{CC045C6E-4C2F-4EA9-A5F2-641A1D76CBD1}" type="pres">
      <dgm:prSet presAssocID="{17F17C83-2295-434C-ACE1-D75495858745}" presName="vert1" presStyleCnt="0"/>
      <dgm:spPr/>
    </dgm:pt>
  </dgm:ptLst>
  <dgm:cxnLst>
    <dgm:cxn modelId="{9AD2892B-8983-4C88-B101-A478D66F3520}" type="presOf" srcId="{17F17C83-2295-434C-ACE1-D75495858745}" destId="{C789BF03-01DD-428E-AD56-FF0CA74019B6}" srcOrd="0" destOrd="0" presId="urn:microsoft.com/office/officeart/2008/layout/LinedList"/>
    <dgm:cxn modelId="{E6849655-F0C9-4D4A-BA2D-8EB534F4A9E5}" srcId="{EEF089DF-11DC-40EE-A78B-5CA2BD5CEB81}" destId="{5693D3DA-5407-48D2-81E3-A74662C7F7AE}" srcOrd="0" destOrd="0" parTransId="{82F24FEB-3A4C-4E4A-B97A-C3B236E83DCF}" sibTransId="{9D6FA689-5790-4EBA-99BC-14D123B91326}"/>
    <dgm:cxn modelId="{F1569E5A-650C-4EF5-B63F-A12DC3D6CB23}" srcId="{EEF089DF-11DC-40EE-A78B-5CA2BD5CEB81}" destId="{17F17C83-2295-434C-ACE1-D75495858745}" srcOrd="1" destOrd="0" parTransId="{59F8F659-85BD-4444-A904-A68592FF8B82}" sibTransId="{8715590D-598D-4B0B-92CF-900BCD4EBAF6}"/>
    <dgm:cxn modelId="{48B39DA2-92E3-4CC9-9648-91715BAA7341}" type="presOf" srcId="{5693D3DA-5407-48D2-81E3-A74662C7F7AE}" destId="{031C360C-096C-465A-BE67-5CEC012EF870}" srcOrd="0" destOrd="0" presId="urn:microsoft.com/office/officeart/2008/layout/LinedList"/>
    <dgm:cxn modelId="{272E0DB5-3BF7-43FF-90E1-A5CA42FFDCA3}" type="presOf" srcId="{EEF089DF-11DC-40EE-A78B-5CA2BD5CEB81}" destId="{CC44DBA3-FE15-4CE5-9F5A-9753C5AF708F}" srcOrd="0" destOrd="0" presId="urn:microsoft.com/office/officeart/2008/layout/LinedList"/>
    <dgm:cxn modelId="{05AE3F7D-6E95-4594-BDAD-8742B724DDE0}" type="presParOf" srcId="{CC44DBA3-FE15-4CE5-9F5A-9753C5AF708F}" destId="{2CE0967F-3F7D-4092-B201-76C1A6C9E8C2}" srcOrd="0" destOrd="0" presId="urn:microsoft.com/office/officeart/2008/layout/LinedList"/>
    <dgm:cxn modelId="{40C199E5-CF57-4DA8-A548-F2BC8FE1E8EB}" type="presParOf" srcId="{CC44DBA3-FE15-4CE5-9F5A-9753C5AF708F}" destId="{00DCFEA3-85C2-4EAB-834D-1BDCA6701F38}" srcOrd="1" destOrd="0" presId="urn:microsoft.com/office/officeart/2008/layout/LinedList"/>
    <dgm:cxn modelId="{A765348E-18CD-4EB1-AE8A-840E83C5A1BB}" type="presParOf" srcId="{00DCFEA3-85C2-4EAB-834D-1BDCA6701F38}" destId="{031C360C-096C-465A-BE67-5CEC012EF870}" srcOrd="0" destOrd="0" presId="urn:microsoft.com/office/officeart/2008/layout/LinedList"/>
    <dgm:cxn modelId="{E8FD18E0-FBA3-4670-BE7D-37D585F37F99}" type="presParOf" srcId="{00DCFEA3-85C2-4EAB-834D-1BDCA6701F38}" destId="{9EC6D45D-1AB8-420D-9C7F-60205BB698C0}" srcOrd="1" destOrd="0" presId="urn:microsoft.com/office/officeart/2008/layout/LinedList"/>
    <dgm:cxn modelId="{07CB91CB-24C4-4C2E-9E6F-E0B7A988E8DA}" type="presParOf" srcId="{CC44DBA3-FE15-4CE5-9F5A-9753C5AF708F}" destId="{868B00AF-F8F3-4B03-BCF4-C1E5C14D2960}" srcOrd="2" destOrd="0" presId="urn:microsoft.com/office/officeart/2008/layout/LinedList"/>
    <dgm:cxn modelId="{75AA29FF-E7EC-462E-9E32-7E7D6CE11B13}" type="presParOf" srcId="{CC44DBA3-FE15-4CE5-9F5A-9753C5AF708F}" destId="{21D99284-0B8B-474D-95EE-58FD5951A16D}" srcOrd="3" destOrd="0" presId="urn:microsoft.com/office/officeart/2008/layout/LinedList"/>
    <dgm:cxn modelId="{92C53DD6-688C-49B3-B84F-7B640C860267}" type="presParOf" srcId="{21D99284-0B8B-474D-95EE-58FD5951A16D}" destId="{C789BF03-01DD-428E-AD56-FF0CA74019B6}" srcOrd="0" destOrd="0" presId="urn:microsoft.com/office/officeart/2008/layout/LinedList"/>
    <dgm:cxn modelId="{15CAD2C0-AE7E-49BD-A362-B987A2F40A44}" type="presParOf" srcId="{21D99284-0B8B-474D-95EE-58FD5951A16D}" destId="{CC045C6E-4C2F-4EA9-A5F2-641A1D76CB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F999B-0AF8-4789-8833-DEA07D37C71B}">
      <dsp:nvSpPr>
        <dsp:cNvPr id="0" name=""/>
        <dsp:cNvSpPr/>
      </dsp:nvSpPr>
      <dsp:spPr>
        <a:xfrm>
          <a:off x="0" y="3275"/>
          <a:ext cx="8195871" cy="697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88F2B6-9C1B-4825-B58F-22CA019F22B3}">
      <dsp:nvSpPr>
        <dsp:cNvPr id="0" name=""/>
        <dsp:cNvSpPr/>
      </dsp:nvSpPr>
      <dsp:spPr>
        <a:xfrm>
          <a:off x="211056" y="160260"/>
          <a:ext cx="383739" cy="383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CADBB-3284-427E-9240-EBC1D029EA85}">
      <dsp:nvSpPr>
        <dsp:cNvPr id="0" name=""/>
        <dsp:cNvSpPr/>
      </dsp:nvSpPr>
      <dsp:spPr>
        <a:xfrm>
          <a:off x="805853" y="3275"/>
          <a:ext cx="7390017" cy="697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41" tIns="73841" rIns="73841" bIns="7384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Stakeholder:</a:t>
          </a:r>
        </a:p>
      </dsp:txBody>
      <dsp:txXfrm>
        <a:off x="805853" y="3275"/>
        <a:ext cx="7390017" cy="697708"/>
      </dsp:txXfrm>
    </dsp:sp>
    <dsp:sp modelId="{7A717B37-F123-42F4-B503-C61B1A28DDBF}">
      <dsp:nvSpPr>
        <dsp:cNvPr id="0" name=""/>
        <dsp:cNvSpPr/>
      </dsp:nvSpPr>
      <dsp:spPr>
        <a:xfrm>
          <a:off x="0" y="875411"/>
          <a:ext cx="8195871" cy="697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D1D30-41FA-4200-8E58-F677F99841D3}">
      <dsp:nvSpPr>
        <dsp:cNvPr id="0" name=""/>
        <dsp:cNvSpPr/>
      </dsp:nvSpPr>
      <dsp:spPr>
        <a:xfrm>
          <a:off x="211056" y="1032396"/>
          <a:ext cx="383739" cy="383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092BC-DBA3-4176-ADB5-33ECBF25C622}">
      <dsp:nvSpPr>
        <dsp:cNvPr id="0" name=""/>
        <dsp:cNvSpPr/>
      </dsp:nvSpPr>
      <dsp:spPr>
        <a:xfrm>
          <a:off x="805853" y="875411"/>
          <a:ext cx="7390017" cy="697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41" tIns="73841" rIns="73841" bIns="7384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Marketing Team &amp; Management</a:t>
          </a:r>
        </a:p>
      </dsp:txBody>
      <dsp:txXfrm>
        <a:off x="805853" y="875411"/>
        <a:ext cx="7390017" cy="697708"/>
      </dsp:txXfrm>
    </dsp:sp>
    <dsp:sp modelId="{EB10F197-15A9-47E3-A692-D224CAC2EF86}">
      <dsp:nvSpPr>
        <dsp:cNvPr id="0" name=""/>
        <dsp:cNvSpPr/>
      </dsp:nvSpPr>
      <dsp:spPr>
        <a:xfrm>
          <a:off x="0" y="1747548"/>
          <a:ext cx="8195871" cy="697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93CCF-C8D0-4F78-A8A5-82D97B720F38}">
      <dsp:nvSpPr>
        <dsp:cNvPr id="0" name=""/>
        <dsp:cNvSpPr/>
      </dsp:nvSpPr>
      <dsp:spPr>
        <a:xfrm>
          <a:off x="211056" y="1904532"/>
          <a:ext cx="383739" cy="383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A42B4-856B-444E-A9B6-C7336E2885EB}">
      <dsp:nvSpPr>
        <dsp:cNvPr id="0" name=""/>
        <dsp:cNvSpPr/>
      </dsp:nvSpPr>
      <dsp:spPr>
        <a:xfrm>
          <a:off x="805853" y="1747548"/>
          <a:ext cx="7390017" cy="697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41" tIns="73841" rIns="73841" bIns="7384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Objective:</a:t>
          </a:r>
        </a:p>
      </dsp:txBody>
      <dsp:txXfrm>
        <a:off x="805853" y="1747548"/>
        <a:ext cx="7390017" cy="697708"/>
      </dsp:txXfrm>
    </dsp:sp>
    <dsp:sp modelId="{64404FAE-E36D-4674-951C-2E1FA888C66D}">
      <dsp:nvSpPr>
        <dsp:cNvPr id="0" name=""/>
        <dsp:cNvSpPr/>
      </dsp:nvSpPr>
      <dsp:spPr>
        <a:xfrm>
          <a:off x="0" y="2619684"/>
          <a:ext cx="8195871" cy="697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34657-DFBA-45D0-9201-E36CC0AC1689}">
      <dsp:nvSpPr>
        <dsp:cNvPr id="0" name=""/>
        <dsp:cNvSpPr/>
      </dsp:nvSpPr>
      <dsp:spPr>
        <a:xfrm>
          <a:off x="211056" y="2776668"/>
          <a:ext cx="383739" cy="383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AA5AD-DAD3-4ABA-B033-2A024FA4C7BD}">
      <dsp:nvSpPr>
        <dsp:cNvPr id="0" name=""/>
        <dsp:cNvSpPr/>
      </dsp:nvSpPr>
      <dsp:spPr>
        <a:xfrm>
          <a:off x="805853" y="2619684"/>
          <a:ext cx="7390017" cy="697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41" tIns="73841" rIns="73841" bIns="7384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Build ML model to predict subscription probability</a:t>
          </a:r>
        </a:p>
      </dsp:txBody>
      <dsp:txXfrm>
        <a:off x="805853" y="2619684"/>
        <a:ext cx="7390017" cy="697708"/>
      </dsp:txXfrm>
    </dsp:sp>
    <dsp:sp modelId="{249029DC-778D-474A-9A90-FEFDC8FBEE8F}">
      <dsp:nvSpPr>
        <dsp:cNvPr id="0" name=""/>
        <dsp:cNvSpPr/>
      </dsp:nvSpPr>
      <dsp:spPr>
        <a:xfrm>
          <a:off x="0" y="3491820"/>
          <a:ext cx="8195871" cy="697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E9E4DF-7B8E-4E6D-85DD-2087D693BC1B}">
      <dsp:nvSpPr>
        <dsp:cNvPr id="0" name=""/>
        <dsp:cNvSpPr/>
      </dsp:nvSpPr>
      <dsp:spPr>
        <a:xfrm>
          <a:off x="211056" y="3648804"/>
          <a:ext cx="383739" cy="3837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4FCAC-2D32-4D4F-9AF6-77EE7030A7F2}">
      <dsp:nvSpPr>
        <dsp:cNvPr id="0" name=""/>
        <dsp:cNvSpPr/>
      </dsp:nvSpPr>
      <dsp:spPr>
        <a:xfrm>
          <a:off x="805853" y="3491820"/>
          <a:ext cx="7390017" cy="697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41" tIns="73841" rIns="73841" bIns="7384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 targeting accuracy</a:t>
          </a:r>
        </a:p>
      </dsp:txBody>
      <dsp:txXfrm>
        <a:off x="805853" y="3491820"/>
        <a:ext cx="7390017" cy="697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D7F45-02E3-4955-9E75-EB7BB81AF315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Dataset: Bank Marketing Campaign</a:t>
          </a:r>
        </a:p>
      </dsp:txBody>
      <dsp:txXfrm>
        <a:off x="23773" y="23773"/>
        <a:ext cx="5612256" cy="764123"/>
      </dsp:txXfrm>
    </dsp:sp>
    <dsp:sp modelId="{7C297393-88F5-4E92-BDDA-F546F0263242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Rows: 7,813 customers</a:t>
          </a:r>
        </a:p>
      </dsp:txBody>
      <dsp:txXfrm>
        <a:off x="572896" y="983018"/>
        <a:ext cx="5432442" cy="764123"/>
      </dsp:txXfrm>
    </dsp:sp>
    <dsp:sp modelId="{EEFC33FD-0BD7-46F7-A080-701A1D9A9AF3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Features: Demographics, campaign info, previous contact</a:t>
          </a:r>
        </a:p>
      </dsp:txBody>
      <dsp:txXfrm>
        <a:off x="1113823" y="1942263"/>
        <a:ext cx="5440638" cy="764123"/>
      </dsp:txXfrm>
    </dsp:sp>
    <dsp:sp modelId="{3AD812CE-9539-4723-88B3-10B79F8565DC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Target: Deposit Subscription (Yes/No)</a:t>
          </a:r>
        </a:p>
      </dsp:txBody>
      <dsp:txXfrm>
        <a:off x="1662947" y="2901508"/>
        <a:ext cx="5432442" cy="764123"/>
      </dsp:txXfrm>
    </dsp:sp>
    <dsp:sp modelId="{BE93FA98-1687-46A5-BF13-60A3F7C2F8C1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E64870D2-2FB3-44F1-B2CA-AF7DC9E83D0A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B208D493-6E57-4EDC-A564-FC1DBF472E22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CC2B7-A414-4B80-BC6B-FA27A437BDA6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7C906-20B8-4C08-B257-0690CA8228D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7B3F8-9AED-47E0-A8D0-171AB0987D1B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Improved campaign targeting</a:t>
          </a:r>
        </a:p>
      </dsp:txBody>
      <dsp:txXfrm>
        <a:off x="25435" y="2456402"/>
        <a:ext cx="1800000" cy="720000"/>
      </dsp:txXfrm>
    </dsp:sp>
    <dsp:sp modelId="{3ECEEE36-CE5B-422B-BBAF-6C14D7BA3F5E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5A000-A4FA-4683-A79A-5BE6BFDA407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4DDAB-9089-49C4-B62A-EF75084B67F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Reduced marketing cost</a:t>
          </a:r>
        </a:p>
      </dsp:txBody>
      <dsp:txXfrm>
        <a:off x="2140435" y="2456402"/>
        <a:ext cx="1800000" cy="720000"/>
      </dsp:txXfrm>
    </dsp:sp>
    <dsp:sp modelId="{8492E0AA-2003-447A-8F6A-D919D759E1AA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349DE-744F-45E6-95D7-8CCD9C64A7E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37963-B86C-4CFF-B363-87BF36FE3F7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Higher conversion rate</a:t>
          </a:r>
        </a:p>
      </dsp:txBody>
      <dsp:txXfrm>
        <a:off x="4255435" y="2456402"/>
        <a:ext cx="1800000" cy="720000"/>
      </dsp:txXfrm>
    </dsp:sp>
    <dsp:sp modelId="{BCD2D999-6DA8-4244-8356-AE85FD09649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9162E-0E5F-4DEE-A7DA-1151CA53CC4D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241C-F96E-459D-9F13-A5174917C2B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Data-driven decision making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E329-4A8D-4295-B85C-DBB5F88DA266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3EC11-E062-4DEB-BE13-D79F8E7B9D14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F8374-0E00-4F80-9407-0BDEB1300F1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Use model for campaign targeting</a:t>
          </a:r>
        </a:p>
      </dsp:txBody>
      <dsp:txXfrm>
        <a:off x="25435" y="2456402"/>
        <a:ext cx="1800000" cy="720000"/>
      </dsp:txXfrm>
    </dsp:sp>
    <dsp:sp modelId="{F099A648-1A4D-4BDE-885A-7B94DBF1551D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D67E6-CB33-44D0-B411-6E55BD09D29E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588D7-6D82-4F8D-8A7B-37954EC18C25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Prioritize high-probability customers</a:t>
          </a:r>
        </a:p>
      </dsp:txBody>
      <dsp:txXfrm>
        <a:off x="2140435" y="2456402"/>
        <a:ext cx="1800000" cy="720000"/>
      </dsp:txXfrm>
    </dsp:sp>
    <dsp:sp modelId="{CFA999E8-B221-4132-BD25-47788F1855B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4041C-CBDA-451C-A080-251B81AC427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67C12-4EBB-428D-AD29-B432C8B21ED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Tune probability threshold for business needs</a:t>
          </a:r>
        </a:p>
      </dsp:txBody>
      <dsp:txXfrm>
        <a:off x="4255435" y="2456402"/>
        <a:ext cx="1800000" cy="720000"/>
      </dsp:txXfrm>
    </dsp:sp>
    <dsp:sp modelId="{0FA74310-9150-41D3-A59C-09964A7FC08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7819B-014F-447E-941C-5FC045E51AF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3B47A-DA7D-4265-9E1B-DE3F92216F5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Retrain model regularly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4BCA0-7CFB-4D9D-8FFF-129C241E6D64}">
      <dsp:nvSpPr>
        <dsp:cNvPr id="0" name=""/>
        <dsp:cNvSpPr/>
      </dsp:nvSpPr>
      <dsp:spPr>
        <a:xfrm>
          <a:off x="0" y="155480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4D629-0E44-4165-B97B-C2EB7A276E44}">
      <dsp:nvSpPr>
        <dsp:cNvPr id="0" name=""/>
        <dsp:cNvSpPr/>
      </dsp:nvSpPr>
      <dsp:spPr>
        <a:xfrm>
          <a:off x="250006" y="1318640"/>
          <a:ext cx="3500086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Add more customer behavioral data</a:t>
          </a:r>
        </a:p>
      </dsp:txBody>
      <dsp:txXfrm>
        <a:off x="273063" y="1341697"/>
        <a:ext cx="3453972" cy="426206"/>
      </dsp:txXfrm>
    </dsp:sp>
    <dsp:sp modelId="{0531AA40-C8B1-423D-89B3-5EEDDF58BE7A}">
      <dsp:nvSpPr>
        <dsp:cNvPr id="0" name=""/>
        <dsp:cNvSpPr/>
      </dsp:nvSpPr>
      <dsp:spPr>
        <a:xfrm>
          <a:off x="0" y="228056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88C8A-A591-413C-AF3E-ECDEF6FF0EC8}">
      <dsp:nvSpPr>
        <dsp:cNvPr id="0" name=""/>
        <dsp:cNvSpPr/>
      </dsp:nvSpPr>
      <dsp:spPr>
        <a:xfrm>
          <a:off x="250006" y="2044400"/>
          <a:ext cx="3500086" cy="472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Test Gradient Boosting models</a:t>
          </a:r>
        </a:p>
      </dsp:txBody>
      <dsp:txXfrm>
        <a:off x="273063" y="2067457"/>
        <a:ext cx="3453972" cy="426206"/>
      </dsp:txXfrm>
    </dsp:sp>
    <dsp:sp modelId="{93A49D6C-CB2E-4619-B17A-1D250904D2F4}">
      <dsp:nvSpPr>
        <dsp:cNvPr id="0" name=""/>
        <dsp:cNvSpPr/>
      </dsp:nvSpPr>
      <dsp:spPr>
        <a:xfrm>
          <a:off x="0" y="300632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F8A05-1B56-4336-A772-C231423C37A1}">
      <dsp:nvSpPr>
        <dsp:cNvPr id="0" name=""/>
        <dsp:cNvSpPr/>
      </dsp:nvSpPr>
      <dsp:spPr>
        <a:xfrm>
          <a:off x="250006" y="2770160"/>
          <a:ext cx="3500086" cy="472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Implement SHAP for explainability</a:t>
          </a:r>
        </a:p>
      </dsp:txBody>
      <dsp:txXfrm>
        <a:off x="273063" y="2793217"/>
        <a:ext cx="3453972" cy="426206"/>
      </dsp:txXfrm>
    </dsp:sp>
    <dsp:sp modelId="{7E8FBA42-D4F9-4678-9262-27C400974F43}">
      <dsp:nvSpPr>
        <dsp:cNvPr id="0" name=""/>
        <dsp:cNvSpPr/>
      </dsp:nvSpPr>
      <dsp:spPr>
        <a:xfrm>
          <a:off x="0" y="373208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C9530-51F4-4F3E-8974-5D9D3F3E3B84}">
      <dsp:nvSpPr>
        <dsp:cNvPr id="0" name=""/>
        <dsp:cNvSpPr/>
      </dsp:nvSpPr>
      <dsp:spPr>
        <a:xfrm>
          <a:off x="250006" y="3495920"/>
          <a:ext cx="3500086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Deploy model into CRM system</a:t>
          </a:r>
        </a:p>
      </dsp:txBody>
      <dsp:txXfrm>
        <a:off x="273063" y="3518977"/>
        <a:ext cx="3453972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0967F-3F7D-4092-B201-76C1A6C9E8C2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1C360C-096C-465A-BE67-5CEC012EF870}">
      <dsp:nvSpPr>
        <dsp:cNvPr id="0" name=""/>
        <dsp:cNvSpPr/>
      </dsp:nvSpPr>
      <dsp:spPr>
        <a:xfrm>
          <a:off x="0" y="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Machine learning significantly improves bank marketing efficiency.</a:t>
          </a:r>
        </a:p>
      </dsp:txBody>
      <dsp:txXfrm>
        <a:off x="0" y="0"/>
        <a:ext cx="5000124" cy="2726960"/>
      </dsp:txXfrm>
    </dsp:sp>
    <dsp:sp modelId="{868B00AF-F8F3-4B03-BCF4-C1E5C14D2960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9BF03-01DD-428E-AD56-FF0CA74019B6}">
      <dsp:nvSpPr>
        <dsp:cNvPr id="0" name=""/>
        <dsp:cNvSpPr/>
      </dsp:nvSpPr>
      <dsp:spPr>
        <a:xfrm>
          <a:off x="0" y="272696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Logistic Regression provides interpretable and business-aligned predictions.</a:t>
          </a:r>
        </a:p>
      </dsp:txBody>
      <dsp:txXfrm>
        <a:off x="0" y="2726960"/>
        <a:ext cx="5000124" cy="2726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Predicting Term Deposit Subscription</a:t>
            </a:r>
            <a:br>
              <a:rPr lang="en-US" sz="2700">
                <a:solidFill>
                  <a:schemeClr val="tx2"/>
                </a:solidFill>
              </a:rPr>
            </a:br>
            <a:r>
              <a:rPr lang="en-US" sz="2700">
                <a:solidFill>
                  <a:schemeClr val="tx2"/>
                </a:solidFill>
              </a:rPr>
              <a:t>Using Machine Learning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1400">
              <a:solidFill>
                <a:schemeClr val="tx2"/>
              </a:solidFill>
            </a:endParaRPr>
          </a:p>
          <a:p>
            <a:pPr marL="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  <a:p>
            <a:pPr marL="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Prepared by: Maximillian Abraham</a:t>
            </a:r>
          </a:p>
        </p:txBody>
      </p:sp>
      <p:pic>
        <p:nvPicPr>
          <p:cNvPr id="27" name="Graphic 26" descr="Money">
            <a:extLst>
              <a:ext uri="{FF2B5EF4-FFF2-40B4-BE49-F238E27FC236}">
                <a16:creationId xmlns:a16="http://schemas.microsoft.com/office/drawing/2014/main" id="{F2BD76BF-7DE8-36F9-E429-FD10436C9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ID" sz="3100">
                <a:solidFill>
                  <a:schemeClr val="tx2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Banks conduct marketing campaigns to sell term deposits.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Problem:</a:t>
            </a:r>
          </a:p>
          <a:p>
            <a:r>
              <a:rPr lang="en-US" sz="1600" dirty="0">
                <a:solidFill>
                  <a:schemeClr val="tx2"/>
                </a:solidFill>
              </a:rPr>
              <a:t>• Low campaign efficiency</a:t>
            </a:r>
          </a:p>
          <a:p>
            <a:r>
              <a:rPr lang="en-US" sz="1600" dirty="0">
                <a:solidFill>
                  <a:schemeClr val="tx2"/>
                </a:solidFill>
              </a:rPr>
              <a:t>• High operational cost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Goal:</a:t>
            </a:r>
          </a:p>
          <a:p>
            <a:r>
              <a:rPr lang="en-US" sz="1600" dirty="0">
                <a:solidFill>
                  <a:schemeClr val="tx2"/>
                </a:solidFill>
              </a:rPr>
              <a:t>• Predict customers likely to subscribe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F3DC6B4-A0AE-42E9-AF87-235797E0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65" y="2377833"/>
            <a:ext cx="3987692" cy="3130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D" sz="3500">
                <a:solidFill>
                  <a:srgbClr val="FFFFFF"/>
                </a:solidFill>
              </a:rPr>
              <a:t>Stakeholder &amp; Objective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99B4593-3653-2907-8352-DA47E56BB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0135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D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BDB041-C709-6AEB-822E-5DA54CDF6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05530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AD5F-D5E7-E562-A903-3868E3AB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3D6F17-F07A-9B20-E77D-1A041F0AD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826" y="1719262"/>
            <a:ext cx="2429220" cy="1842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41BE0F-420A-392A-6157-49F5458CB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262"/>
            <a:ext cx="2429220" cy="1905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606997-7D53-ADDE-B43A-A57C52A3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82" y="1719262"/>
            <a:ext cx="1983608" cy="1905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9588D5-DD77-EE46-AF7C-131345EE4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90" y="4218895"/>
            <a:ext cx="2429220" cy="2017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7922EF-F09C-2479-52E8-E8FF9E1B2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428" y="4218895"/>
            <a:ext cx="2429220" cy="2017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14904A-1999-21BD-3398-4FEEF6EDA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392" y="4218895"/>
            <a:ext cx="2547257" cy="231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Problem Type: Classification</a:t>
            </a:r>
          </a:p>
          <a:p>
            <a:endParaRPr lang="en-US" sz="1700"/>
          </a:p>
          <a:p>
            <a:r>
              <a:rPr lang="en-US" sz="1700"/>
              <a:t>Models Tested:</a:t>
            </a:r>
          </a:p>
          <a:p>
            <a:r>
              <a:rPr lang="en-US" sz="1700"/>
              <a:t>• Logistic Regression</a:t>
            </a:r>
          </a:p>
          <a:p>
            <a:r>
              <a:rPr lang="en-US" sz="1700"/>
              <a:t>• Random Forest</a:t>
            </a:r>
          </a:p>
          <a:p>
            <a:endParaRPr lang="en-US" sz="1700"/>
          </a:p>
          <a:p>
            <a:r>
              <a:rPr lang="en-US" sz="1700"/>
              <a:t>Evaluation Metrics:</a:t>
            </a:r>
          </a:p>
          <a:p>
            <a:r>
              <a:rPr lang="en-US" sz="1700"/>
              <a:t>• Precision</a:t>
            </a:r>
          </a:p>
          <a:p>
            <a:r>
              <a:rPr lang="en-US" sz="1700"/>
              <a:t>• Recall</a:t>
            </a:r>
          </a:p>
          <a:p>
            <a:r>
              <a:rPr lang="en-US" sz="1700"/>
              <a:t>• F1-score</a:t>
            </a:r>
          </a:p>
          <a:p>
            <a:r>
              <a:rPr lang="en-US" sz="1700"/>
              <a:t>•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• Removed duplicates</a:t>
            </a:r>
          </a:p>
          <a:p>
            <a:r>
              <a:rPr lang="en-US" sz="1700" dirty="0"/>
              <a:t>• Numerical imputation (median)</a:t>
            </a:r>
          </a:p>
          <a:p>
            <a:r>
              <a:rPr lang="en-US" sz="1700" dirty="0"/>
              <a:t>• Categorical encoding (One-Hot Encoding)</a:t>
            </a:r>
          </a:p>
          <a:p>
            <a:r>
              <a:rPr lang="en-US" sz="1700" dirty="0"/>
              <a:t>• Feature scaling for Logistic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A0086-4F0B-908C-2A5C-78E53E98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633" y="4706675"/>
            <a:ext cx="2867425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n-ID" sz="3500"/>
              <a:t>Model Performance –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Accuracy: 70%</a:t>
            </a:r>
          </a:p>
          <a:p>
            <a:r>
              <a:rPr lang="en-US" sz="1700"/>
              <a:t>Recall (Subscribed): 84%</a:t>
            </a:r>
          </a:p>
          <a:p>
            <a:r>
              <a:rPr lang="en-US" sz="1700"/>
              <a:t>Strength:</a:t>
            </a:r>
          </a:p>
          <a:p>
            <a:r>
              <a:rPr lang="en-US" sz="1700"/>
              <a:t>• High recall – fewer missed subscribers</a:t>
            </a:r>
          </a:p>
          <a:p>
            <a:r>
              <a:rPr lang="en-US" sz="1700"/>
              <a:t>• Interpretable coefficients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BB83CA-8D2D-7812-D850-ABE582AA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472" y="2242457"/>
            <a:ext cx="4176963" cy="2307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n-ID" sz="3500"/>
              <a:t>Model Performance –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Accuracy: 71%</a:t>
            </a:r>
          </a:p>
          <a:p>
            <a:r>
              <a:rPr lang="en-US" sz="1700"/>
              <a:t>Recall (Subscribed): 77%</a:t>
            </a:r>
          </a:p>
          <a:p>
            <a:r>
              <a:rPr lang="en-US" sz="1700"/>
              <a:t>Strength:</a:t>
            </a:r>
          </a:p>
          <a:p>
            <a:r>
              <a:rPr lang="en-US" sz="1700"/>
              <a:t>• Slightly higher accuracy</a:t>
            </a:r>
          </a:p>
          <a:p>
            <a:r>
              <a:rPr lang="en-US" sz="1700"/>
              <a:t>• Captures non-linear patterns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E0FBFD-C955-996A-3184-69DEFC33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92721"/>
            <a:ext cx="4532427" cy="2424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Final Model Chosen: Logistic Regression</a:t>
            </a:r>
          </a:p>
          <a:p>
            <a:endParaRPr lang="en-US" sz="1700"/>
          </a:p>
          <a:p>
            <a:r>
              <a:rPr lang="en-US" sz="1700"/>
              <a:t>Reason:</a:t>
            </a:r>
          </a:p>
          <a:p>
            <a:r>
              <a:rPr lang="en-US" sz="1700"/>
              <a:t>• Higher recall on subscribers</a:t>
            </a:r>
          </a:p>
          <a:p>
            <a:r>
              <a:rPr lang="en-US" sz="1700"/>
              <a:t>• Lower risk of missing potential customers</a:t>
            </a:r>
          </a:p>
          <a:p>
            <a:r>
              <a:rPr lang="en-US" sz="1700"/>
              <a:t>• Better interpretability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Post-Modeling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• Certain contact methods increase subscription likelihood</a:t>
            </a:r>
          </a:p>
          <a:p>
            <a:r>
              <a:rPr lang="en-US" sz="1700"/>
              <a:t>• Previous campaign outcome strongly impacts response</a:t>
            </a:r>
          </a:p>
          <a:p>
            <a:r>
              <a:rPr lang="en-US" sz="1700"/>
              <a:t>• Missed subscribers identified via false negative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D" sz="3500">
                <a:solidFill>
                  <a:srgbClr val="FFFFFF"/>
                </a:solidFill>
              </a:rPr>
              <a:t>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758C2F-789C-3CC4-EF6A-6E19E0491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16651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• Dataset size is limited</a:t>
            </a:r>
          </a:p>
          <a:p>
            <a:r>
              <a:rPr lang="en-US" sz="1700"/>
              <a:t>• No customer income information</a:t>
            </a:r>
          </a:p>
          <a:p>
            <a:r>
              <a:rPr lang="en-US" sz="1700"/>
              <a:t>• Model depends on historical behavior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D" sz="35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B4CFAC-CAAE-5F2D-AF25-9726EA1C7D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42279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D" sz="2700">
                <a:solidFill>
                  <a:srgbClr val="FFFFFF"/>
                </a:solidFill>
              </a:rPr>
              <a:t>Future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425A1B-5095-DEBA-A0BB-2016FB1F6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4460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D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2E898-D256-4CB1-C689-C33452F2B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35210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Matrix – Logistic Regression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396759"/>
            <a:ext cx="5419311" cy="40644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 (Model Interpretation)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396759"/>
            <a:ext cx="5419311" cy="40644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355</Words>
  <Application>Microsoft Office PowerPoint</Application>
  <PresentationFormat>On-screen Show (4:3)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Predicting Term Deposit Subscription Using Machine Learning</vt:lpstr>
      <vt:lpstr>Business Problem</vt:lpstr>
      <vt:lpstr>Stakeholder &amp; Objective</vt:lpstr>
      <vt:lpstr>Dataset Overview</vt:lpstr>
      <vt:lpstr>PowerPoint Presentation</vt:lpstr>
      <vt:lpstr>Analytical Approach</vt:lpstr>
      <vt:lpstr>Data Preprocessing</vt:lpstr>
      <vt:lpstr>Model Performance – Logistic Regression</vt:lpstr>
      <vt:lpstr>Model Performance – Random Forest</vt:lpstr>
      <vt:lpstr>Model Selection</vt:lpstr>
      <vt:lpstr>Post-Modeling Insights</vt:lpstr>
      <vt:lpstr>Business Impact</vt:lpstr>
      <vt:lpstr>Limitations</vt:lpstr>
      <vt:lpstr>Recommendations</vt:lpstr>
      <vt:lpstr>Future Improvements</vt:lpstr>
      <vt:lpstr>Conclusion</vt:lpstr>
      <vt:lpstr>Confusion Matrix – Logistic Regression</vt:lpstr>
      <vt:lpstr>Feature Importance (Model Interpretation)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Max</dc:creator>
  <cp:keywords/>
  <dc:description>generated using python-pptx</dc:description>
  <cp:lastModifiedBy>Maximillian Abraham  Susanto</cp:lastModifiedBy>
  <cp:revision>2</cp:revision>
  <dcterms:created xsi:type="dcterms:W3CDTF">2013-01-27T09:14:16Z</dcterms:created>
  <dcterms:modified xsi:type="dcterms:W3CDTF">2025-12-17T14:57:04Z</dcterms:modified>
  <cp:category/>
</cp:coreProperties>
</file>